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1" r:id="rId2"/>
    <p:sldId id="273" r:id="rId3"/>
    <p:sldId id="274" r:id="rId4"/>
    <p:sldId id="296" r:id="rId5"/>
    <p:sldId id="276" r:id="rId6"/>
    <p:sldId id="282" r:id="rId7"/>
    <p:sldId id="281" r:id="rId8"/>
    <p:sldId id="283" r:id="rId9"/>
    <p:sldId id="303" r:id="rId10"/>
    <p:sldId id="287" r:id="rId11"/>
    <p:sldId id="277" r:id="rId12"/>
    <p:sldId id="278" r:id="rId13"/>
    <p:sldId id="297" r:id="rId14"/>
    <p:sldId id="295" r:id="rId15"/>
    <p:sldId id="299" r:id="rId16"/>
    <p:sldId id="298" r:id="rId17"/>
    <p:sldId id="300" r:id="rId18"/>
    <p:sldId id="301" r:id="rId19"/>
    <p:sldId id="302" r:id="rId20"/>
    <p:sldId id="279" r:id="rId21"/>
    <p:sldId id="304" r:id="rId22"/>
    <p:sldId id="305" r:id="rId23"/>
    <p:sldId id="30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4427445-22C2-45B0-BE5D-423AF866E4FA}">
          <p14:sldIdLst>
            <p14:sldId id="271"/>
            <p14:sldId id="273"/>
            <p14:sldId id="274"/>
            <p14:sldId id="296"/>
            <p14:sldId id="276"/>
            <p14:sldId id="282"/>
            <p14:sldId id="281"/>
            <p14:sldId id="283"/>
            <p14:sldId id="303"/>
            <p14:sldId id="287"/>
            <p14:sldId id="277"/>
            <p14:sldId id="278"/>
            <p14:sldId id="297"/>
            <p14:sldId id="295"/>
            <p14:sldId id="299"/>
            <p14:sldId id="298"/>
            <p14:sldId id="300"/>
            <p14:sldId id="301"/>
            <p14:sldId id="302"/>
            <p14:sldId id="279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3C7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10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ungil%20Kim\Desktop\2014.9-2019.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ungil%20Kim\Desktop\2014.9-2019.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ungil%20Kim\Desktop\2014.9-2019.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ungil%20Kim\Desktop\2014.9-2019.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ungil%20Kim\Desktop\2014.9-2019.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ungil%20Kim\Desktop\2014.9-2019.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900"/>
              <a:t>보령댐 용수공급조정기준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Sheet1!$X$3</c:f>
              <c:strCache>
                <c:ptCount val="1"/>
                <c:pt idx="0">
                  <c:v>관심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Sheet1!$X$4:$X$15</c:f>
              <c:numCache>
                <c:formatCode>General</c:formatCode>
                <c:ptCount val="12"/>
                <c:pt idx="0">
                  <c:v>42.366666666666667</c:v>
                </c:pt>
                <c:pt idx="1">
                  <c:v>38.166666666666664</c:v>
                </c:pt>
                <c:pt idx="2">
                  <c:v>35.166666666666664</c:v>
                </c:pt>
                <c:pt idx="3">
                  <c:v>34.233333333333327</c:v>
                </c:pt>
                <c:pt idx="4">
                  <c:v>34.200000000000003</c:v>
                </c:pt>
                <c:pt idx="5">
                  <c:v>36</c:v>
                </c:pt>
                <c:pt idx="6">
                  <c:v>48</c:v>
                </c:pt>
                <c:pt idx="7">
                  <c:v>59.366666666666667</c:v>
                </c:pt>
                <c:pt idx="8">
                  <c:v>62.366666666666667</c:v>
                </c:pt>
                <c:pt idx="9">
                  <c:v>58.933333333333337</c:v>
                </c:pt>
                <c:pt idx="10">
                  <c:v>53.20000000000001</c:v>
                </c:pt>
                <c:pt idx="11">
                  <c:v>47.533333333333339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7D-4FDA-B977-AD69CC2E637C}"/>
            </c:ext>
          </c:extLst>
        </c:ser>
        <c:ser>
          <c:idx val="2"/>
          <c:order val="2"/>
          <c:tx>
            <c:strRef>
              <c:f>Sheet1!$Y$3</c:f>
              <c:strCache>
                <c:ptCount val="1"/>
                <c:pt idx="0">
                  <c:v>주의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Sheet1!$Y$4:$Y$15</c:f>
              <c:numCache>
                <c:formatCode>General</c:formatCode>
                <c:ptCount val="12"/>
                <c:pt idx="0">
                  <c:v>38.466666666666661</c:v>
                </c:pt>
                <c:pt idx="1">
                  <c:v>34.266666666666673</c:v>
                </c:pt>
                <c:pt idx="2">
                  <c:v>31.3</c:v>
                </c:pt>
                <c:pt idx="3">
                  <c:v>30.166666666666668</c:v>
                </c:pt>
                <c:pt idx="4">
                  <c:v>30.366666666666664</c:v>
                </c:pt>
                <c:pt idx="5">
                  <c:v>29.8</c:v>
                </c:pt>
                <c:pt idx="6">
                  <c:v>35.699999999999996</c:v>
                </c:pt>
                <c:pt idx="7">
                  <c:v>49.6</c:v>
                </c:pt>
                <c:pt idx="8">
                  <c:v>55.1</c:v>
                </c:pt>
                <c:pt idx="9">
                  <c:v>54.366666666666667</c:v>
                </c:pt>
                <c:pt idx="10">
                  <c:v>49.1</c:v>
                </c:pt>
                <c:pt idx="11">
                  <c:v>43.466666666666669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7D-4FDA-B977-AD69CC2E637C}"/>
            </c:ext>
          </c:extLst>
        </c:ser>
        <c:ser>
          <c:idx val="3"/>
          <c:order val="3"/>
          <c:tx>
            <c:strRef>
              <c:f>Sheet1!$Z$3</c:f>
              <c:strCache>
                <c:ptCount val="1"/>
                <c:pt idx="0">
                  <c:v>경계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Sheet1!$Z$4:$Z$15</c:f>
              <c:numCache>
                <c:formatCode>General</c:formatCode>
                <c:ptCount val="12"/>
                <c:pt idx="0">
                  <c:v>28.433333333333334</c:v>
                </c:pt>
                <c:pt idx="1">
                  <c:v>24.599999999999998</c:v>
                </c:pt>
                <c:pt idx="2">
                  <c:v>22.3</c:v>
                </c:pt>
                <c:pt idx="3">
                  <c:v>20.9</c:v>
                </c:pt>
                <c:pt idx="4">
                  <c:v>19.066666666666666</c:v>
                </c:pt>
                <c:pt idx="5">
                  <c:v>16.433333333333334</c:v>
                </c:pt>
                <c:pt idx="6">
                  <c:v>18.433333333333334</c:v>
                </c:pt>
                <c:pt idx="7">
                  <c:v>33.966666666666669</c:v>
                </c:pt>
                <c:pt idx="8">
                  <c:v>41.300000000000004</c:v>
                </c:pt>
                <c:pt idx="9">
                  <c:v>37.833333333333336</c:v>
                </c:pt>
                <c:pt idx="10">
                  <c:v>37.833333333333336</c:v>
                </c:pt>
                <c:pt idx="11">
                  <c:v>33.199999999999996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C7D-4FDA-B977-AD69CC2E637C}"/>
            </c:ext>
          </c:extLst>
        </c:ser>
        <c:ser>
          <c:idx val="4"/>
          <c:order val="4"/>
          <c:tx>
            <c:strRef>
              <c:f>Sheet1!$AA$3</c:f>
              <c:strCache>
                <c:ptCount val="1"/>
                <c:pt idx="0">
                  <c:v>심각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Sheet1!$AA$4:$AA$15</c:f>
              <c:numCache>
                <c:formatCode>General</c:formatCode>
                <c:ptCount val="12"/>
                <c:pt idx="0">
                  <c:v>15.066666666666668</c:v>
                </c:pt>
                <c:pt idx="1">
                  <c:v>12.466666666666669</c:v>
                </c:pt>
                <c:pt idx="2">
                  <c:v>11.5</c:v>
                </c:pt>
                <c:pt idx="3">
                  <c:v>11.1</c:v>
                </c:pt>
                <c:pt idx="4">
                  <c:v>10.4</c:v>
                </c:pt>
                <c:pt idx="5">
                  <c:v>9.4666666666666668</c:v>
                </c:pt>
                <c:pt idx="6">
                  <c:v>9.0666666666666682</c:v>
                </c:pt>
                <c:pt idx="7">
                  <c:v>15.066666666666668</c:v>
                </c:pt>
                <c:pt idx="8">
                  <c:v>19.833333333333332</c:v>
                </c:pt>
                <c:pt idx="9">
                  <c:v>22.233333333333334</c:v>
                </c:pt>
                <c:pt idx="10">
                  <c:v>20.399999999999999</c:v>
                </c:pt>
                <c:pt idx="11">
                  <c:v>17.666666666666668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C7D-4FDA-B977-AD69CC2E63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3572496"/>
        <c:axId val="9876985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Sheet1!$W$3</c15:sqref>
                        </c15:formulaRef>
                      </c:ext>
                    </c:extLst>
                    <c:strCache>
                      <c:ptCount val="1"/>
                      <c:pt idx="0">
                        <c:v>월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Sheet1!$W$4:$W$15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FC7D-4FDA-B977-AD69CC2E637C}"/>
                  </c:ext>
                </c:extLst>
              </c15:ser>
            </c15:filteredLineSeries>
          </c:ext>
        </c:extLst>
      </c:lineChart>
      <c:catAx>
        <c:axId val="98357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87698512"/>
        <c:crosses val="autoZero"/>
        <c:auto val="1"/>
        <c:lblAlgn val="ctr"/>
        <c:lblOffset val="100"/>
        <c:noMultiLvlLbl val="0"/>
      </c:catAx>
      <c:valAx>
        <c:axId val="987698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8357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Sheet1!$AB$17</c:f>
              <c:strCache>
                <c:ptCount val="1"/>
                <c:pt idx="0">
                  <c:v>관심 이상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Sheet1!$AB$18:$AB$29</c:f>
              <c:numCache>
                <c:formatCode>General</c:formatCode>
                <c:ptCount val="12"/>
                <c:pt idx="0">
                  <c:v>62</c:v>
                </c:pt>
                <c:pt idx="1">
                  <c:v>56</c:v>
                </c:pt>
                <c:pt idx="2">
                  <c:v>71</c:v>
                </c:pt>
                <c:pt idx="3">
                  <c:v>90</c:v>
                </c:pt>
                <c:pt idx="4">
                  <c:v>122</c:v>
                </c:pt>
                <c:pt idx="5">
                  <c:v>109</c:v>
                </c:pt>
                <c:pt idx="6">
                  <c:v>58</c:v>
                </c:pt>
                <c:pt idx="7">
                  <c:v>31</c:v>
                </c:pt>
                <c:pt idx="8">
                  <c:v>30</c:v>
                </c:pt>
                <c:pt idx="9">
                  <c:v>31</c:v>
                </c:pt>
                <c:pt idx="10">
                  <c:v>30</c:v>
                </c:pt>
                <c:pt idx="1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C5-47A4-AA4F-8F7651B31D56}"/>
            </c:ext>
          </c:extLst>
        </c:ser>
        <c:ser>
          <c:idx val="1"/>
          <c:order val="1"/>
          <c:tx>
            <c:strRef>
              <c:f>Sheet1!$AC$17</c:f>
              <c:strCache>
                <c:ptCount val="1"/>
                <c:pt idx="0">
                  <c:v>관심~주의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Sheet1!$AC$18:$AC$29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14</c:v>
                </c:pt>
                <c:pt idx="3">
                  <c:v>10</c:v>
                </c:pt>
                <c:pt idx="4">
                  <c:v>2</c:v>
                </c:pt>
                <c:pt idx="5">
                  <c:v>10</c:v>
                </c:pt>
                <c:pt idx="6">
                  <c:v>11</c:v>
                </c:pt>
                <c:pt idx="7">
                  <c:v>15</c:v>
                </c:pt>
                <c:pt idx="8">
                  <c:v>0</c:v>
                </c:pt>
                <c:pt idx="9">
                  <c:v>0</c:v>
                </c:pt>
                <c:pt idx="10">
                  <c:v>30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C5-47A4-AA4F-8F7651B31D56}"/>
            </c:ext>
          </c:extLst>
        </c:ser>
        <c:ser>
          <c:idx val="2"/>
          <c:order val="2"/>
          <c:tx>
            <c:strRef>
              <c:f>Sheet1!$AD$17</c:f>
              <c:strCache>
                <c:ptCount val="1"/>
                <c:pt idx="0">
                  <c:v>주의~경계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Sheet1!$AD$18:$AD$29</c:f>
              <c:numCache>
                <c:formatCode>General</c:formatCode>
                <c:ptCount val="12"/>
                <c:pt idx="0">
                  <c:v>49</c:v>
                </c:pt>
                <c:pt idx="1">
                  <c:v>57</c:v>
                </c:pt>
                <c:pt idx="2">
                  <c:v>38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40</c:v>
                </c:pt>
                <c:pt idx="7">
                  <c:v>50</c:v>
                </c:pt>
                <c:pt idx="8">
                  <c:v>50</c:v>
                </c:pt>
                <c:pt idx="9">
                  <c:v>84</c:v>
                </c:pt>
                <c:pt idx="10">
                  <c:v>19</c:v>
                </c:pt>
                <c:pt idx="1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C5-47A4-AA4F-8F7651B31D56}"/>
            </c:ext>
          </c:extLst>
        </c:ser>
        <c:ser>
          <c:idx val="3"/>
          <c:order val="3"/>
          <c:tx>
            <c:strRef>
              <c:f>Sheet1!$AE$17</c:f>
              <c:strCache>
                <c:ptCount val="1"/>
                <c:pt idx="0">
                  <c:v>경계~심각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Sheet1!$AE$18:$AE$29</c:f>
              <c:numCache>
                <c:formatCode>General</c:formatCode>
                <c:ptCount val="12"/>
                <c:pt idx="0">
                  <c:v>44</c:v>
                </c:pt>
                <c:pt idx="1">
                  <c:v>28</c:v>
                </c:pt>
                <c:pt idx="2">
                  <c:v>31</c:v>
                </c:pt>
                <c:pt idx="3">
                  <c:v>30</c:v>
                </c:pt>
                <c:pt idx="4">
                  <c:v>31</c:v>
                </c:pt>
                <c:pt idx="5">
                  <c:v>30</c:v>
                </c:pt>
                <c:pt idx="6">
                  <c:v>14</c:v>
                </c:pt>
                <c:pt idx="7">
                  <c:v>28</c:v>
                </c:pt>
                <c:pt idx="8">
                  <c:v>69</c:v>
                </c:pt>
                <c:pt idx="9">
                  <c:v>40</c:v>
                </c:pt>
                <c:pt idx="10">
                  <c:v>71</c:v>
                </c:pt>
                <c:pt idx="1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EC5-47A4-AA4F-8F7651B31D56}"/>
            </c:ext>
          </c:extLst>
        </c:ser>
        <c:ser>
          <c:idx val="4"/>
          <c:order val="4"/>
          <c:tx>
            <c:strRef>
              <c:f>Sheet1!$AF$17</c:f>
              <c:strCache>
                <c:ptCount val="1"/>
                <c:pt idx="0">
                  <c:v>심각 아래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Sheet1!$AF$18:$AF$29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C5-47A4-AA4F-8F7651B31D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02726720"/>
        <c:axId val="1102725056"/>
      </c:barChart>
      <c:catAx>
        <c:axId val="110272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5056"/>
        <c:crosses val="autoZero"/>
        <c:auto val="1"/>
        <c:lblAlgn val="ctr"/>
        <c:lblOffset val="100"/>
        <c:noMultiLvlLbl val="0"/>
      </c:catAx>
      <c:valAx>
        <c:axId val="110272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pPr>
            <a:r>
              <a:rPr lang="ko-KR" sz="1100"/>
              <a:t>저수량 </a:t>
            </a:r>
            <a:r>
              <a:rPr lang="en-US" sz="1100"/>
              <a:t>(MCM)</a:t>
            </a:r>
            <a:endParaRPr lang="ko-KR" sz="110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기존 적용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Sheet1!$B$2:$B$1765</c:f>
              <c:strCache>
                <c:ptCount val="1764"/>
                <c:pt idx="0">
                  <c:v>2014-09-01</c:v>
                </c:pt>
                <c:pt idx="1">
                  <c:v>2014-09-02</c:v>
                </c:pt>
                <c:pt idx="2">
                  <c:v>2014-09-03</c:v>
                </c:pt>
                <c:pt idx="3">
                  <c:v>2014-09-04</c:v>
                </c:pt>
                <c:pt idx="4">
                  <c:v>2014-09-05</c:v>
                </c:pt>
                <c:pt idx="5">
                  <c:v>2014-09-06</c:v>
                </c:pt>
                <c:pt idx="6">
                  <c:v>2014-09-07</c:v>
                </c:pt>
                <c:pt idx="7">
                  <c:v>2014-09-08</c:v>
                </c:pt>
                <c:pt idx="8">
                  <c:v>2014-09-09</c:v>
                </c:pt>
                <c:pt idx="9">
                  <c:v>2014-09-10</c:v>
                </c:pt>
                <c:pt idx="10">
                  <c:v>2014-09-11</c:v>
                </c:pt>
                <c:pt idx="11">
                  <c:v>2014-09-12</c:v>
                </c:pt>
                <c:pt idx="12">
                  <c:v>2014-09-13</c:v>
                </c:pt>
                <c:pt idx="13">
                  <c:v>2014-09-14</c:v>
                </c:pt>
                <c:pt idx="14">
                  <c:v>2014-09-15</c:v>
                </c:pt>
                <c:pt idx="15">
                  <c:v>2014-09-16</c:v>
                </c:pt>
                <c:pt idx="16">
                  <c:v>2014-09-17</c:v>
                </c:pt>
                <c:pt idx="17">
                  <c:v>2014-09-18</c:v>
                </c:pt>
                <c:pt idx="18">
                  <c:v>2014-09-19</c:v>
                </c:pt>
                <c:pt idx="19">
                  <c:v>2014-09-20</c:v>
                </c:pt>
                <c:pt idx="20">
                  <c:v>2014-09-21</c:v>
                </c:pt>
                <c:pt idx="21">
                  <c:v>2014-09-22</c:v>
                </c:pt>
                <c:pt idx="22">
                  <c:v>2014-09-23</c:v>
                </c:pt>
                <c:pt idx="23">
                  <c:v>2014-09-24</c:v>
                </c:pt>
                <c:pt idx="24">
                  <c:v>2014-09-25</c:v>
                </c:pt>
                <c:pt idx="25">
                  <c:v>2014-09-26</c:v>
                </c:pt>
                <c:pt idx="26">
                  <c:v>2014-09-27</c:v>
                </c:pt>
                <c:pt idx="27">
                  <c:v>2014-09-28</c:v>
                </c:pt>
                <c:pt idx="28">
                  <c:v>2014-09-29</c:v>
                </c:pt>
                <c:pt idx="29">
                  <c:v>2014-09-30</c:v>
                </c:pt>
                <c:pt idx="30">
                  <c:v>2014-10-01</c:v>
                </c:pt>
                <c:pt idx="31">
                  <c:v>2014-10-02</c:v>
                </c:pt>
                <c:pt idx="32">
                  <c:v>2014-10-03</c:v>
                </c:pt>
                <c:pt idx="33">
                  <c:v>2014-10-04</c:v>
                </c:pt>
                <c:pt idx="34">
                  <c:v>2014-10-05</c:v>
                </c:pt>
                <c:pt idx="35">
                  <c:v>2014-10-06</c:v>
                </c:pt>
                <c:pt idx="36">
                  <c:v>2014-10-07</c:v>
                </c:pt>
                <c:pt idx="37">
                  <c:v>2014-10-08</c:v>
                </c:pt>
                <c:pt idx="38">
                  <c:v>2014-10-09</c:v>
                </c:pt>
                <c:pt idx="39">
                  <c:v>2014-10-10</c:v>
                </c:pt>
                <c:pt idx="40">
                  <c:v>2014-10-11</c:v>
                </c:pt>
                <c:pt idx="41">
                  <c:v>2014-10-12</c:v>
                </c:pt>
                <c:pt idx="42">
                  <c:v>2014-10-13</c:v>
                </c:pt>
                <c:pt idx="43">
                  <c:v>2014-10-14</c:v>
                </c:pt>
                <c:pt idx="44">
                  <c:v>2014-10-15</c:v>
                </c:pt>
                <c:pt idx="45">
                  <c:v>2014-10-16</c:v>
                </c:pt>
                <c:pt idx="46">
                  <c:v>2014-10-17</c:v>
                </c:pt>
                <c:pt idx="47">
                  <c:v>2014-10-18</c:v>
                </c:pt>
                <c:pt idx="48">
                  <c:v>2014-10-19</c:v>
                </c:pt>
                <c:pt idx="49">
                  <c:v>2014-10-20</c:v>
                </c:pt>
                <c:pt idx="50">
                  <c:v>2014-10-21</c:v>
                </c:pt>
                <c:pt idx="51">
                  <c:v>2014-10-22</c:v>
                </c:pt>
                <c:pt idx="52">
                  <c:v>2014-10-23</c:v>
                </c:pt>
                <c:pt idx="53">
                  <c:v>2014-10-24</c:v>
                </c:pt>
                <c:pt idx="54">
                  <c:v>2014-10-25</c:v>
                </c:pt>
                <c:pt idx="55">
                  <c:v>2014-10-26</c:v>
                </c:pt>
                <c:pt idx="56">
                  <c:v>2014-10-27</c:v>
                </c:pt>
                <c:pt idx="57">
                  <c:v>2014-10-28</c:v>
                </c:pt>
                <c:pt idx="58">
                  <c:v>2014-10-29</c:v>
                </c:pt>
                <c:pt idx="59">
                  <c:v>2014-10-30</c:v>
                </c:pt>
                <c:pt idx="60">
                  <c:v>2014-10-31</c:v>
                </c:pt>
                <c:pt idx="61">
                  <c:v>2014-11-01</c:v>
                </c:pt>
                <c:pt idx="62">
                  <c:v>2014-11-02</c:v>
                </c:pt>
                <c:pt idx="63">
                  <c:v>2014-11-03</c:v>
                </c:pt>
                <c:pt idx="64">
                  <c:v>2014-11-04</c:v>
                </c:pt>
                <c:pt idx="65">
                  <c:v>2014-11-05</c:v>
                </c:pt>
                <c:pt idx="66">
                  <c:v>2014-11-06</c:v>
                </c:pt>
                <c:pt idx="67">
                  <c:v>2014-11-07</c:v>
                </c:pt>
                <c:pt idx="68">
                  <c:v>2014-11-08</c:v>
                </c:pt>
                <c:pt idx="69">
                  <c:v>2014-11-09</c:v>
                </c:pt>
                <c:pt idx="70">
                  <c:v>2014-11-10</c:v>
                </c:pt>
                <c:pt idx="71">
                  <c:v>2014-11-11</c:v>
                </c:pt>
                <c:pt idx="72">
                  <c:v>2014-11-12</c:v>
                </c:pt>
                <c:pt idx="73">
                  <c:v>2014-11-13</c:v>
                </c:pt>
                <c:pt idx="74">
                  <c:v>2014-11-14</c:v>
                </c:pt>
                <c:pt idx="75">
                  <c:v>2014-11-15</c:v>
                </c:pt>
                <c:pt idx="76">
                  <c:v>2014-11-16</c:v>
                </c:pt>
                <c:pt idx="77">
                  <c:v>2014-11-17</c:v>
                </c:pt>
                <c:pt idx="78">
                  <c:v>2014-11-18</c:v>
                </c:pt>
                <c:pt idx="79">
                  <c:v>2014-11-19</c:v>
                </c:pt>
                <c:pt idx="80">
                  <c:v>2014-11-20</c:v>
                </c:pt>
                <c:pt idx="81">
                  <c:v>2014-11-21</c:v>
                </c:pt>
                <c:pt idx="82">
                  <c:v>2014-11-22</c:v>
                </c:pt>
                <c:pt idx="83">
                  <c:v>2014-11-23</c:v>
                </c:pt>
                <c:pt idx="84">
                  <c:v>2014-11-24</c:v>
                </c:pt>
                <c:pt idx="85">
                  <c:v>2014-11-25</c:v>
                </c:pt>
                <c:pt idx="86">
                  <c:v>2014-11-26</c:v>
                </c:pt>
                <c:pt idx="87">
                  <c:v>2014-11-27</c:v>
                </c:pt>
                <c:pt idx="88">
                  <c:v>2014-11-28</c:v>
                </c:pt>
                <c:pt idx="89">
                  <c:v>2014-11-29</c:v>
                </c:pt>
                <c:pt idx="90">
                  <c:v>2014-11-30</c:v>
                </c:pt>
                <c:pt idx="91">
                  <c:v>2014-12-01</c:v>
                </c:pt>
                <c:pt idx="92">
                  <c:v>2014-12-02</c:v>
                </c:pt>
                <c:pt idx="93">
                  <c:v>2014-12-03</c:v>
                </c:pt>
                <c:pt idx="94">
                  <c:v>2014-12-04</c:v>
                </c:pt>
                <c:pt idx="95">
                  <c:v>2014-12-05</c:v>
                </c:pt>
                <c:pt idx="96">
                  <c:v>2014-12-06</c:v>
                </c:pt>
                <c:pt idx="97">
                  <c:v>2014-12-07</c:v>
                </c:pt>
                <c:pt idx="98">
                  <c:v>2014-12-08</c:v>
                </c:pt>
                <c:pt idx="99">
                  <c:v>2014-12-09</c:v>
                </c:pt>
                <c:pt idx="100">
                  <c:v>2014-12-10</c:v>
                </c:pt>
                <c:pt idx="101">
                  <c:v>2014-12-11</c:v>
                </c:pt>
                <c:pt idx="102">
                  <c:v>2014-12-12</c:v>
                </c:pt>
                <c:pt idx="103">
                  <c:v>2014-12-13</c:v>
                </c:pt>
                <c:pt idx="104">
                  <c:v>2014-12-14</c:v>
                </c:pt>
                <c:pt idx="105">
                  <c:v>2014-12-15</c:v>
                </c:pt>
                <c:pt idx="106">
                  <c:v>2014-12-16</c:v>
                </c:pt>
                <c:pt idx="107">
                  <c:v>2014-12-17</c:v>
                </c:pt>
                <c:pt idx="108">
                  <c:v>2014-12-18</c:v>
                </c:pt>
                <c:pt idx="109">
                  <c:v>2014-12-19</c:v>
                </c:pt>
                <c:pt idx="110">
                  <c:v>2014-12-20</c:v>
                </c:pt>
                <c:pt idx="111">
                  <c:v>2014-12-21</c:v>
                </c:pt>
                <c:pt idx="112">
                  <c:v>2014-12-22</c:v>
                </c:pt>
                <c:pt idx="113">
                  <c:v>2014-12-23</c:v>
                </c:pt>
                <c:pt idx="114">
                  <c:v>2014-12-24</c:v>
                </c:pt>
                <c:pt idx="115">
                  <c:v>2014-12-25</c:v>
                </c:pt>
                <c:pt idx="116">
                  <c:v>2014-12-26</c:v>
                </c:pt>
                <c:pt idx="117">
                  <c:v>2014-12-27</c:v>
                </c:pt>
                <c:pt idx="118">
                  <c:v>2014-12-28</c:v>
                </c:pt>
                <c:pt idx="119">
                  <c:v>2014-12-29</c:v>
                </c:pt>
                <c:pt idx="120">
                  <c:v>2014-12-30</c:v>
                </c:pt>
                <c:pt idx="121">
                  <c:v>2014-12-31</c:v>
                </c:pt>
                <c:pt idx="122">
                  <c:v>2015-01-01</c:v>
                </c:pt>
                <c:pt idx="123">
                  <c:v>2015-01-02</c:v>
                </c:pt>
                <c:pt idx="124">
                  <c:v>2015-01-03</c:v>
                </c:pt>
                <c:pt idx="125">
                  <c:v>2015-01-04</c:v>
                </c:pt>
                <c:pt idx="126">
                  <c:v>2015-01-05</c:v>
                </c:pt>
                <c:pt idx="127">
                  <c:v>2015-01-06</c:v>
                </c:pt>
                <c:pt idx="128">
                  <c:v>2015-01-07</c:v>
                </c:pt>
                <c:pt idx="129">
                  <c:v>2015-01-08</c:v>
                </c:pt>
                <c:pt idx="130">
                  <c:v>2015-01-09</c:v>
                </c:pt>
                <c:pt idx="131">
                  <c:v>2015-01-10</c:v>
                </c:pt>
                <c:pt idx="132">
                  <c:v>2015-01-11</c:v>
                </c:pt>
                <c:pt idx="133">
                  <c:v>2015-01-12</c:v>
                </c:pt>
                <c:pt idx="134">
                  <c:v>2015-01-13</c:v>
                </c:pt>
                <c:pt idx="135">
                  <c:v>2015-01-14</c:v>
                </c:pt>
                <c:pt idx="136">
                  <c:v>2015-01-15</c:v>
                </c:pt>
                <c:pt idx="137">
                  <c:v>2015-01-16</c:v>
                </c:pt>
                <c:pt idx="138">
                  <c:v>2015-01-17</c:v>
                </c:pt>
                <c:pt idx="139">
                  <c:v>2015-01-18</c:v>
                </c:pt>
                <c:pt idx="140">
                  <c:v>2015-01-19</c:v>
                </c:pt>
                <c:pt idx="141">
                  <c:v>2015-01-20</c:v>
                </c:pt>
                <c:pt idx="142">
                  <c:v>2015-01-21</c:v>
                </c:pt>
                <c:pt idx="143">
                  <c:v>2015-01-22</c:v>
                </c:pt>
                <c:pt idx="144">
                  <c:v>2015-01-23</c:v>
                </c:pt>
                <c:pt idx="145">
                  <c:v>2015-01-24</c:v>
                </c:pt>
                <c:pt idx="146">
                  <c:v>2015-01-25</c:v>
                </c:pt>
                <c:pt idx="147">
                  <c:v>2015-01-26</c:v>
                </c:pt>
                <c:pt idx="148">
                  <c:v>2015-01-27</c:v>
                </c:pt>
                <c:pt idx="149">
                  <c:v>2015-01-28</c:v>
                </c:pt>
                <c:pt idx="150">
                  <c:v>2015-01-29</c:v>
                </c:pt>
                <c:pt idx="151">
                  <c:v>2015-01-30</c:v>
                </c:pt>
                <c:pt idx="152">
                  <c:v>2015-01-31</c:v>
                </c:pt>
                <c:pt idx="153">
                  <c:v>2015-02-01</c:v>
                </c:pt>
                <c:pt idx="154">
                  <c:v>2015-02-02</c:v>
                </c:pt>
                <c:pt idx="155">
                  <c:v>2015-02-03</c:v>
                </c:pt>
                <c:pt idx="156">
                  <c:v>2015-02-04</c:v>
                </c:pt>
                <c:pt idx="157">
                  <c:v>2015-02-05</c:v>
                </c:pt>
                <c:pt idx="158">
                  <c:v>2015-02-06</c:v>
                </c:pt>
                <c:pt idx="159">
                  <c:v>2015-02-07</c:v>
                </c:pt>
                <c:pt idx="160">
                  <c:v>2015-02-08</c:v>
                </c:pt>
                <c:pt idx="161">
                  <c:v>2015-02-09</c:v>
                </c:pt>
                <c:pt idx="162">
                  <c:v>2015-02-10</c:v>
                </c:pt>
                <c:pt idx="163">
                  <c:v>2015-02-11</c:v>
                </c:pt>
                <c:pt idx="164">
                  <c:v>2015-02-12</c:v>
                </c:pt>
                <c:pt idx="165">
                  <c:v>2015-02-13</c:v>
                </c:pt>
                <c:pt idx="166">
                  <c:v>2015-02-14</c:v>
                </c:pt>
                <c:pt idx="167">
                  <c:v>2015-02-15</c:v>
                </c:pt>
                <c:pt idx="168">
                  <c:v>2015-02-16</c:v>
                </c:pt>
                <c:pt idx="169">
                  <c:v>2015-02-17</c:v>
                </c:pt>
                <c:pt idx="170">
                  <c:v>2015-02-18</c:v>
                </c:pt>
                <c:pt idx="171">
                  <c:v>2015-02-19</c:v>
                </c:pt>
                <c:pt idx="172">
                  <c:v>2015-02-20</c:v>
                </c:pt>
                <c:pt idx="173">
                  <c:v>2015-02-21</c:v>
                </c:pt>
                <c:pt idx="174">
                  <c:v>2015-02-22</c:v>
                </c:pt>
                <c:pt idx="175">
                  <c:v>2015-02-23</c:v>
                </c:pt>
                <c:pt idx="176">
                  <c:v>2015-02-24</c:v>
                </c:pt>
                <c:pt idx="177">
                  <c:v>2015-02-25</c:v>
                </c:pt>
                <c:pt idx="178">
                  <c:v>2015-02-26</c:v>
                </c:pt>
                <c:pt idx="179">
                  <c:v>2015-02-27</c:v>
                </c:pt>
                <c:pt idx="180">
                  <c:v>2015-02-28</c:v>
                </c:pt>
                <c:pt idx="181">
                  <c:v>2015-03-01</c:v>
                </c:pt>
                <c:pt idx="182">
                  <c:v>2015-03-02</c:v>
                </c:pt>
                <c:pt idx="183">
                  <c:v>2015-03-03</c:v>
                </c:pt>
                <c:pt idx="184">
                  <c:v>2015-03-04</c:v>
                </c:pt>
                <c:pt idx="185">
                  <c:v>2015-03-05</c:v>
                </c:pt>
                <c:pt idx="186">
                  <c:v>2015-03-06</c:v>
                </c:pt>
                <c:pt idx="187">
                  <c:v>2015-03-07</c:v>
                </c:pt>
                <c:pt idx="188">
                  <c:v>2015-03-08</c:v>
                </c:pt>
                <c:pt idx="189">
                  <c:v>2015-03-09</c:v>
                </c:pt>
                <c:pt idx="190">
                  <c:v>2015-03-10</c:v>
                </c:pt>
                <c:pt idx="191">
                  <c:v>2015-03-11</c:v>
                </c:pt>
                <c:pt idx="192">
                  <c:v>2015-03-12</c:v>
                </c:pt>
                <c:pt idx="193">
                  <c:v>2015-03-13</c:v>
                </c:pt>
                <c:pt idx="194">
                  <c:v>2015-03-14</c:v>
                </c:pt>
                <c:pt idx="195">
                  <c:v>2015-03-15</c:v>
                </c:pt>
                <c:pt idx="196">
                  <c:v>2015-03-16</c:v>
                </c:pt>
                <c:pt idx="197">
                  <c:v>2015-03-17</c:v>
                </c:pt>
                <c:pt idx="198">
                  <c:v>2015-03-18</c:v>
                </c:pt>
                <c:pt idx="199">
                  <c:v>2015-03-19</c:v>
                </c:pt>
                <c:pt idx="200">
                  <c:v>2015-03-20</c:v>
                </c:pt>
                <c:pt idx="201">
                  <c:v>2015-03-21</c:v>
                </c:pt>
                <c:pt idx="202">
                  <c:v>2015-03-22</c:v>
                </c:pt>
                <c:pt idx="203">
                  <c:v>2015-03-23</c:v>
                </c:pt>
                <c:pt idx="204">
                  <c:v>2015-03-24</c:v>
                </c:pt>
                <c:pt idx="205">
                  <c:v>2015-03-25</c:v>
                </c:pt>
                <c:pt idx="206">
                  <c:v>2015-03-26</c:v>
                </c:pt>
                <c:pt idx="207">
                  <c:v>2015-03-27</c:v>
                </c:pt>
                <c:pt idx="208">
                  <c:v>2015-03-28</c:v>
                </c:pt>
                <c:pt idx="209">
                  <c:v>2015-03-29</c:v>
                </c:pt>
                <c:pt idx="210">
                  <c:v>2015-03-30</c:v>
                </c:pt>
                <c:pt idx="211">
                  <c:v>2015-03-31</c:v>
                </c:pt>
                <c:pt idx="212">
                  <c:v>2015-04-01</c:v>
                </c:pt>
                <c:pt idx="213">
                  <c:v>2015-04-02</c:v>
                </c:pt>
                <c:pt idx="214">
                  <c:v>2015-04-03</c:v>
                </c:pt>
                <c:pt idx="215">
                  <c:v>2015-04-04</c:v>
                </c:pt>
                <c:pt idx="216">
                  <c:v>2015-04-05</c:v>
                </c:pt>
                <c:pt idx="217">
                  <c:v>2015-04-06</c:v>
                </c:pt>
                <c:pt idx="218">
                  <c:v>2015-04-07</c:v>
                </c:pt>
                <c:pt idx="219">
                  <c:v>2015-04-08</c:v>
                </c:pt>
                <c:pt idx="220">
                  <c:v>2015-04-09</c:v>
                </c:pt>
                <c:pt idx="221">
                  <c:v>2015-04-10</c:v>
                </c:pt>
                <c:pt idx="222">
                  <c:v>2015-04-11</c:v>
                </c:pt>
                <c:pt idx="223">
                  <c:v>2015-04-12</c:v>
                </c:pt>
                <c:pt idx="224">
                  <c:v>2015-04-13</c:v>
                </c:pt>
                <c:pt idx="225">
                  <c:v>2015-04-14</c:v>
                </c:pt>
                <c:pt idx="226">
                  <c:v>2015-04-15</c:v>
                </c:pt>
                <c:pt idx="227">
                  <c:v>2015-04-16</c:v>
                </c:pt>
                <c:pt idx="228">
                  <c:v>2015-04-17</c:v>
                </c:pt>
                <c:pt idx="229">
                  <c:v>2015-04-18</c:v>
                </c:pt>
                <c:pt idx="230">
                  <c:v>2015-04-19</c:v>
                </c:pt>
                <c:pt idx="231">
                  <c:v>2015-04-20</c:v>
                </c:pt>
                <c:pt idx="232">
                  <c:v>2015-04-21</c:v>
                </c:pt>
                <c:pt idx="233">
                  <c:v>2015-04-22</c:v>
                </c:pt>
                <c:pt idx="234">
                  <c:v>2015-04-23</c:v>
                </c:pt>
                <c:pt idx="235">
                  <c:v>2015-04-24</c:v>
                </c:pt>
                <c:pt idx="236">
                  <c:v>2015-04-25</c:v>
                </c:pt>
                <c:pt idx="237">
                  <c:v>2015-04-26</c:v>
                </c:pt>
                <c:pt idx="238">
                  <c:v>2015-04-27</c:v>
                </c:pt>
                <c:pt idx="239">
                  <c:v>2015-04-28</c:v>
                </c:pt>
                <c:pt idx="240">
                  <c:v>2015-04-29</c:v>
                </c:pt>
                <c:pt idx="241">
                  <c:v>2015-04-30</c:v>
                </c:pt>
                <c:pt idx="242">
                  <c:v>2015-05-01</c:v>
                </c:pt>
                <c:pt idx="243">
                  <c:v>2015-05-02</c:v>
                </c:pt>
                <c:pt idx="244">
                  <c:v>2015-05-03</c:v>
                </c:pt>
                <c:pt idx="245">
                  <c:v>2015-05-04</c:v>
                </c:pt>
                <c:pt idx="246">
                  <c:v>2015-05-05</c:v>
                </c:pt>
                <c:pt idx="247">
                  <c:v>2015-05-06</c:v>
                </c:pt>
                <c:pt idx="248">
                  <c:v>2015-05-07</c:v>
                </c:pt>
                <c:pt idx="249">
                  <c:v>2015-05-08</c:v>
                </c:pt>
                <c:pt idx="250">
                  <c:v>2015-05-09</c:v>
                </c:pt>
                <c:pt idx="251">
                  <c:v>2015-05-10</c:v>
                </c:pt>
                <c:pt idx="252">
                  <c:v>2015-05-11</c:v>
                </c:pt>
                <c:pt idx="253">
                  <c:v>2015-05-12</c:v>
                </c:pt>
                <c:pt idx="254">
                  <c:v>2015-05-13</c:v>
                </c:pt>
                <c:pt idx="255">
                  <c:v>2015-05-14</c:v>
                </c:pt>
                <c:pt idx="256">
                  <c:v>2015-05-15</c:v>
                </c:pt>
                <c:pt idx="257">
                  <c:v>2015-05-16</c:v>
                </c:pt>
                <c:pt idx="258">
                  <c:v>2015-05-17</c:v>
                </c:pt>
                <c:pt idx="259">
                  <c:v>2015-05-18</c:v>
                </c:pt>
                <c:pt idx="260">
                  <c:v>2015-05-19</c:v>
                </c:pt>
                <c:pt idx="261">
                  <c:v>2015-05-20</c:v>
                </c:pt>
                <c:pt idx="262">
                  <c:v>2015-05-21</c:v>
                </c:pt>
                <c:pt idx="263">
                  <c:v>2015-05-22</c:v>
                </c:pt>
                <c:pt idx="264">
                  <c:v>2015-05-23</c:v>
                </c:pt>
                <c:pt idx="265">
                  <c:v>2015-05-24</c:v>
                </c:pt>
                <c:pt idx="266">
                  <c:v>2015-05-25</c:v>
                </c:pt>
                <c:pt idx="267">
                  <c:v>2015-05-26</c:v>
                </c:pt>
                <c:pt idx="268">
                  <c:v>2015-05-27</c:v>
                </c:pt>
                <c:pt idx="269">
                  <c:v>2015-05-28</c:v>
                </c:pt>
                <c:pt idx="270">
                  <c:v>2015-05-29</c:v>
                </c:pt>
                <c:pt idx="271">
                  <c:v>2015-05-30</c:v>
                </c:pt>
                <c:pt idx="272">
                  <c:v>2015-05-31</c:v>
                </c:pt>
                <c:pt idx="273">
                  <c:v>2015-06-01</c:v>
                </c:pt>
                <c:pt idx="274">
                  <c:v>2015-06-02</c:v>
                </c:pt>
                <c:pt idx="275">
                  <c:v>2015-06-03</c:v>
                </c:pt>
                <c:pt idx="276">
                  <c:v>2015-06-04</c:v>
                </c:pt>
                <c:pt idx="277">
                  <c:v>2015-06-05</c:v>
                </c:pt>
                <c:pt idx="278">
                  <c:v>2015-06-06</c:v>
                </c:pt>
                <c:pt idx="279">
                  <c:v>2015-06-07</c:v>
                </c:pt>
                <c:pt idx="280">
                  <c:v>2015-06-08</c:v>
                </c:pt>
                <c:pt idx="281">
                  <c:v>2015-06-09</c:v>
                </c:pt>
                <c:pt idx="282">
                  <c:v>2015-06-10</c:v>
                </c:pt>
                <c:pt idx="283">
                  <c:v>2015-06-11</c:v>
                </c:pt>
                <c:pt idx="284">
                  <c:v>2015-06-12</c:v>
                </c:pt>
                <c:pt idx="285">
                  <c:v>2015-06-13</c:v>
                </c:pt>
                <c:pt idx="286">
                  <c:v>2015-06-14</c:v>
                </c:pt>
                <c:pt idx="287">
                  <c:v>2015-06-15</c:v>
                </c:pt>
                <c:pt idx="288">
                  <c:v>2015-06-16</c:v>
                </c:pt>
                <c:pt idx="289">
                  <c:v>2015-06-17</c:v>
                </c:pt>
                <c:pt idx="290">
                  <c:v>2015-06-18</c:v>
                </c:pt>
                <c:pt idx="291">
                  <c:v>2015-06-19</c:v>
                </c:pt>
                <c:pt idx="292">
                  <c:v>2015-06-20</c:v>
                </c:pt>
                <c:pt idx="293">
                  <c:v>2015-06-21</c:v>
                </c:pt>
                <c:pt idx="294">
                  <c:v>2015-06-22</c:v>
                </c:pt>
                <c:pt idx="295">
                  <c:v>2015-06-23</c:v>
                </c:pt>
                <c:pt idx="296">
                  <c:v>2015-06-24</c:v>
                </c:pt>
                <c:pt idx="297">
                  <c:v>2015-06-25</c:v>
                </c:pt>
                <c:pt idx="298">
                  <c:v>2015-06-26</c:v>
                </c:pt>
                <c:pt idx="299">
                  <c:v>2015-06-27</c:v>
                </c:pt>
                <c:pt idx="300">
                  <c:v>2015-06-28</c:v>
                </c:pt>
                <c:pt idx="301">
                  <c:v>2015-06-29</c:v>
                </c:pt>
                <c:pt idx="302">
                  <c:v>2015-06-30</c:v>
                </c:pt>
                <c:pt idx="303">
                  <c:v>2015-07-01</c:v>
                </c:pt>
                <c:pt idx="304">
                  <c:v>2015-07-02</c:v>
                </c:pt>
                <c:pt idx="305">
                  <c:v>2015-07-03</c:v>
                </c:pt>
                <c:pt idx="306">
                  <c:v>2015-07-04</c:v>
                </c:pt>
                <c:pt idx="307">
                  <c:v>2015-07-05</c:v>
                </c:pt>
                <c:pt idx="308">
                  <c:v>2015-07-06</c:v>
                </c:pt>
                <c:pt idx="309">
                  <c:v>2015-07-07</c:v>
                </c:pt>
                <c:pt idx="310">
                  <c:v>2015-07-08</c:v>
                </c:pt>
                <c:pt idx="311">
                  <c:v>2015-07-09</c:v>
                </c:pt>
                <c:pt idx="312">
                  <c:v>2015-07-10</c:v>
                </c:pt>
                <c:pt idx="313">
                  <c:v>2015-07-11</c:v>
                </c:pt>
                <c:pt idx="314">
                  <c:v>2015-07-12</c:v>
                </c:pt>
                <c:pt idx="315">
                  <c:v>2015-07-13</c:v>
                </c:pt>
                <c:pt idx="316">
                  <c:v>2015-07-14</c:v>
                </c:pt>
                <c:pt idx="317">
                  <c:v>2015-07-15</c:v>
                </c:pt>
                <c:pt idx="318">
                  <c:v>2015-07-16</c:v>
                </c:pt>
                <c:pt idx="319">
                  <c:v>2015-07-17</c:v>
                </c:pt>
                <c:pt idx="320">
                  <c:v>2015-07-18</c:v>
                </c:pt>
                <c:pt idx="321">
                  <c:v>2015-07-19</c:v>
                </c:pt>
                <c:pt idx="322">
                  <c:v>2015-07-20</c:v>
                </c:pt>
                <c:pt idx="323">
                  <c:v>2015-07-21</c:v>
                </c:pt>
                <c:pt idx="324">
                  <c:v>2015-07-22</c:v>
                </c:pt>
                <c:pt idx="325">
                  <c:v>2015-07-23</c:v>
                </c:pt>
                <c:pt idx="326">
                  <c:v>2015-07-24</c:v>
                </c:pt>
                <c:pt idx="327">
                  <c:v>2015-07-25</c:v>
                </c:pt>
                <c:pt idx="328">
                  <c:v>2015-07-26</c:v>
                </c:pt>
                <c:pt idx="329">
                  <c:v>2015-07-27</c:v>
                </c:pt>
                <c:pt idx="330">
                  <c:v>2015-07-28</c:v>
                </c:pt>
                <c:pt idx="331">
                  <c:v>2015-07-29</c:v>
                </c:pt>
                <c:pt idx="332">
                  <c:v>2015-07-30</c:v>
                </c:pt>
                <c:pt idx="333">
                  <c:v>2015-07-31</c:v>
                </c:pt>
                <c:pt idx="334">
                  <c:v>2015-08-01</c:v>
                </c:pt>
                <c:pt idx="335">
                  <c:v>2015-08-02</c:v>
                </c:pt>
                <c:pt idx="336">
                  <c:v>2015-08-03</c:v>
                </c:pt>
                <c:pt idx="337">
                  <c:v>2015-08-04</c:v>
                </c:pt>
                <c:pt idx="338">
                  <c:v>2015-08-05</c:v>
                </c:pt>
                <c:pt idx="339">
                  <c:v>2015-08-06</c:v>
                </c:pt>
                <c:pt idx="340">
                  <c:v>2015-08-07</c:v>
                </c:pt>
                <c:pt idx="341">
                  <c:v>2015-08-08</c:v>
                </c:pt>
                <c:pt idx="342">
                  <c:v>2015-08-09</c:v>
                </c:pt>
                <c:pt idx="343">
                  <c:v>2015-08-10</c:v>
                </c:pt>
                <c:pt idx="344">
                  <c:v>2015-08-11</c:v>
                </c:pt>
                <c:pt idx="345">
                  <c:v>2015-08-12</c:v>
                </c:pt>
                <c:pt idx="346">
                  <c:v>2015-08-13</c:v>
                </c:pt>
                <c:pt idx="347">
                  <c:v>2015-08-14</c:v>
                </c:pt>
                <c:pt idx="348">
                  <c:v>2015-08-15</c:v>
                </c:pt>
                <c:pt idx="349">
                  <c:v>2015-08-16</c:v>
                </c:pt>
                <c:pt idx="350">
                  <c:v>2015-08-17</c:v>
                </c:pt>
                <c:pt idx="351">
                  <c:v>2015-08-18</c:v>
                </c:pt>
                <c:pt idx="352">
                  <c:v>2015-08-19</c:v>
                </c:pt>
                <c:pt idx="353">
                  <c:v>2015-08-20</c:v>
                </c:pt>
                <c:pt idx="354">
                  <c:v>2015-08-21</c:v>
                </c:pt>
                <c:pt idx="355">
                  <c:v>2015-08-22</c:v>
                </c:pt>
                <c:pt idx="356">
                  <c:v>2015-08-23</c:v>
                </c:pt>
                <c:pt idx="357">
                  <c:v>2015-08-24</c:v>
                </c:pt>
                <c:pt idx="358">
                  <c:v>2015-08-25</c:v>
                </c:pt>
                <c:pt idx="359">
                  <c:v>2015-08-26</c:v>
                </c:pt>
                <c:pt idx="360">
                  <c:v>2015-08-27</c:v>
                </c:pt>
                <c:pt idx="361">
                  <c:v>2015-08-28</c:v>
                </c:pt>
                <c:pt idx="362">
                  <c:v>2015-08-29</c:v>
                </c:pt>
                <c:pt idx="363">
                  <c:v>2015-08-30</c:v>
                </c:pt>
                <c:pt idx="364">
                  <c:v>2015-08-31</c:v>
                </c:pt>
                <c:pt idx="365">
                  <c:v>2015-09-01</c:v>
                </c:pt>
                <c:pt idx="366">
                  <c:v>2015-09-02</c:v>
                </c:pt>
                <c:pt idx="367">
                  <c:v>2015-09-03</c:v>
                </c:pt>
                <c:pt idx="368">
                  <c:v>2015-09-04</c:v>
                </c:pt>
                <c:pt idx="369">
                  <c:v>2015-09-05</c:v>
                </c:pt>
                <c:pt idx="370">
                  <c:v>2015-09-06</c:v>
                </c:pt>
                <c:pt idx="371">
                  <c:v>2015-09-07</c:v>
                </c:pt>
                <c:pt idx="372">
                  <c:v>2015-09-08</c:v>
                </c:pt>
                <c:pt idx="373">
                  <c:v>2015-09-09</c:v>
                </c:pt>
                <c:pt idx="374">
                  <c:v>2015-09-10</c:v>
                </c:pt>
                <c:pt idx="375">
                  <c:v>2015-09-11</c:v>
                </c:pt>
                <c:pt idx="376">
                  <c:v>2015-09-12</c:v>
                </c:pt>
                <c:pt idx="377">
                  <c:v>2015-09-13</c:v>
                </c:pt>
                <c:pt idx="378">
                  <c:v>2015-09-14</c:v>
                </c:pt>
                <c:pt idx="379">
                  <c:v>2015-09-15</c:v>
                </c:pt>
                <c:pt idx="380">
                  <c:v>2015-09-16</c:v>
                </c:pt>
                <c:pt idx="381">
                  <c:v>2015-09-17</c:v>
                </c:pt>
                <c:pt idx="382">
                  <c:v>2015-09-18</c:v>
                </c:pt>
                <c:pt idx="383">
                  <c:v>2015-09-19</c:v>
                </c:pt>
                <c:pt idx="384">
                  <c:v>2015-09-20</c:v>
                </c:pt>
                <c:pt idx="385">
                  <c:v>2015-09-21</c:v>
                </c:pt>
                <c:pt idx="386">
                  <c:v>2015-09-22</c:v>
                </c:pt>
                <c:pt idx="387">
                  <c:v>2015-09-23</c:v>
                </c:pt>
                <c:pt idx="388">
                  <c:v>2015-09-24</c:v>
                </c:pt>
                <c:pt idx="389">
                  <c:v>2015-09-25</c:v>
                </c:pt>
                <c:pt idx="390">
                  <c:v>2015-09-26</c:v>
                </c:pt>
                <c:pt idx="391">
                  <c:v>2015-09-27</c:v>
                </c:pt>
                <c:pt idx="392">
                  <c:v>2015-09-28</c:v>
                </c:pt>
                <c:pt idx="393">
                  <c:v>2015-09-29</c:v>
                </c:pt>
                <c:pt idx="394">
                  <c:v>2015-09-30</c:v>
                </c:pt>
                <c:pt idx="395">
                  <c:v>2015-10-01</c:v>
                </c:pt>
                <c:pt idx="396">
                  <c:v>2015-10-02</c:v>
                </c:pt>
                <c:pt idx="397">
                  <c:v>2015-10-03</c:v>
                </c:pt>
                <c:pt idx="398">
                  <c:v>2015-10-04</c:v>
                </c:pt>
                <c:pt idx="399">
                  <c:v>2015-10-05</c:v>
                </c:pt>
                <c:pt idx="400">
                  <c:v>2015-10-06</c:v>
                </c:pt>
                <c:pt idx="401">
                  <c:v>2015-10-07</c:v>
                </c:pt>
                <c:pt idx="402">
                  <c:v>2015-10-08</c:v>
                </c:pt>
                <c:pt idx="403">
                  <c:v>2015-10-09</c:v>
                </c:pt>
                <c:pt idx="404">
                  <c:v>2015-10-10</c:v>
                </c:pt>
                <c:pt idx="405">
                  <c:v>2015-10-11</c:v>
                </c:pt>
                <c:pt idx="406">
                  <c:v>2015-10-12</c:v>
                </c:pt>
                <c:pt idx="407">
                  <c:v>2015-10-13</c:v>
                </c:pt>
                <c:pt idx="408">
                  <c:v>2015-10-14</c:v>
                </c:pt>
                <c:pt idx="409">
                  <c:v>2015-10-15</c:v>
                </c:pt>
                <c:pt idx="410">
                  <c:v>2015-10-16</c:v>
                </c:pt>
                <c:pt idx="411">
                  <c:v>2015-10-17</c:v>
                </c:pt>
                <c:pt idx="412">
                  <c:v>2015-10-18</c:v>
                </c:pt>
                <c:pt idx="413">
                  <c:v>2015-10-19</c:v>
                </c:pt>
                <c:pt idx="414">
                  <c:v>2015-10-20</c:v>
                </c:pt>
                <c:pt idx="415">
                  <c:v>2015-10-21</c:v>
                </c:pt>
                <c:pt idx="416">
                  <c:v>2015-10-22</c:v>
                </c:pt>
                <c:pt idx="417">
                  <c:v>2015-10-23</c:v>
                </c:pt>
                <c:pt idx="418">
                  <c:v>2015-10-24</c:v>
                </c:pt>
                <c:pt idx="419">
                  <c:v>2015-10-25</c:v>
                </c:pt>
                <c:pt idx="420">
                  <c:v>2015-10-26</c:v>
                </c:pt>
                <c:pt idx="421">
                  <c:v>2015-10-27</c:v>
                </c:pt>
                <c:pt idx="422">
                  <c:v>2015-10-28</c:v>
                </c:pt>
                <c:pt idx="423">
                  <c:v>2015-10-29</c:v>
                </c:pt>
                <c:pt idx="424">
                  <c:v>2015-10-30</c:v>
                </c:pt>
                <c:pt idx="425">
                  <c:v>2015-10-31</c:v>
                </c:pt>
                <c:pt idx="426">
                  <c:v>2015-11-01</c:v>
                </c:pt>
                <c:pt idx="427">
                  <c:v>2015-11-02</c:v>
                </c:pt>
                <c:pt idx="428">
                  <c:v>2015-11-03</c:v>
                </c:pt>
                <c:pt idx="429">
                  <c:v>2015-11-04</c:v>
                </c:pt>
                <c:pt idx="430">
                  <c:v>2015-11-05</c:v>
                </c:pt>
                <c:pt idx="431">
                  <c:v>2015-11-06</c:v>
                </c:pt>
                <c:pt idx="432">
                  <c:v>2015-11-07</c:v>
                </c:pt>
                <c:pt idx="433">
                  <c:v>2015-11-08</c:v>
                </c:pt>
                <c:pt idx="434">
                  <c:v>2015-11-09</c:v>
                </c:pt>
                <c:pt idx="435">
                  <c:v>2015-11-10</c:v>
                </c:pt>
                <c:pt idx="436">
                  <c:v>2015-11-11</c:v>
                </c:pt>
                <c:pt idx="437">
                  <c:v>2015-11-12</c:v>
                </c:pt>
                <c:pt idx="438">
                  <c:v>2015-11-13</c:v>
                </c:pt>
                <c:pt idx="439">
                  <c:v>2015-11-14</c:v>
                </c:pt>
                <c:pt idx="440">
                  <c:v>2015-11-15</c:v>
                </c:pt>
                <c:pt idx="441">
                  <c:v>2015-11-16</c:v>
                </c:pt>
                <c:pt idx="442">
                  <c:v>2015-11-17</c:v>
                </c:pt>
                <c:pt idx="443">
                  <c:v>2015-11-18</c:v>
                </c:pt>
                <c:pt idx="444">
                  <c:v>2015-11-19</c:v>
                </c:pt>
                <c:pt idx="445">
                  <c:v>2015-11-20</c:v>
                </c:pt>
                <c:pt idx="446">
                  <c:v>2015-11-21</c:v>
                </c:pt>
                <c:pt idx="447">
                  <c:v>2015-11-22</c:v>
                </c:pt>
                <c:pt idx="448">
                  <c:v>2015-11-23</c:v>
                </c:pt>
                <c:pt idx="449">
                  <c:v>2015-11-24</c:v>
                </c:pt>
                <c:pt idx="450">
                  <c:v>2015-11-25</c:v>
                </c:pt>
                <c:pt idx="451">
                  <c:v>2015-11-26</c:v>
                </c:pt>
                <c:pt idx="452">
                  <c:v>2015-11-27</c:v>
                </c:pt>
                <c:pt idx="453">
                  <c:v>2015-11-28</c:v>
                </c:pt>
                <c:pt idx="454">
                  <c:v>2015-11-29</c:v>
                </c:pt>
                <c:pt idx="455">
                  <c:v>2015-11-30</c:v>
                </c:pt>
                <c:pt idx="456">
                  <c:v>2015-12-01</c:v>
                </c:pt>
                <c:pt idx="457">
                  <c:v>2015-12-02</c:v>
                </c:pt>
                <c:pt idx="458">
                  <c:v>2015-12-03</c:v>
                </c:pt>
                <c:pt idx="459">
                  <c:v>2015-12-04</c:v>
                </c:pt>
                <c:pt idx="460">
                  <c:v>2015-12-05</c:v>
                </c:pt>
                <c:pt idx="461">
                  <c:v>2015-12-06</c:v>
                </c:pt>
                <c:pt idx="462">
                  <c:v>2015-12-07</c:v>
                </c:pt>
                <c:pt idx="463">
                  <c:v>2015-12-08</c:v>
                </c:pt>
                <c:pt idx="464">
                  <c:v>2015-12-09</c:v>
                </c:pt>
                <c:pt idx="465">
                  <c:v>2015-12-10</c:v>
                </c:pt>
                <c:pt idx="466">
                  <c:v>2015-12-11</c:v>
                </c:pt>
                <c:pt idx="467">
                  <c:v>2015-12-12</c:v>
                </c:pt>
                <c:pt idx="468">
                  <c:v>2015-12-13</c:v>
                </c:pt>
                <c:pt idx="469">
                  <c:v>2015-12-14</c:v>
                </c:pt>
                <c:pt idx="470">
                  <c:v>2015-12-15</c:v>
                </c:pt>
                <c:pt idx="471">
                  <c:v>2015-12-16</c:v>
                </c:pt>
                <c:pt idx="472">
                  <c:v>2015-12-17</c:v>
                </c:pt>
                <c:pt idx="473">
                  <c:v>2015-12-18</c:v>
                </c:pt>
                <c:pt idx="474">
                  <c:v>2015-12-19</c:v>
                </c:pt>
                <c:pt idx="475">
                  <c:v>2015-12-20</c:v>
                </c:pt>
                <c:pt idx="476">
                  <c:v>2015-12-21</c:v>
                </c:pt>
                <c:pt idx="477">
                  <c:v>2015-12-22</c:v>
                </c:pt>
                <c:pt idx="478">
                  <c:v>2015-12-23</c:v>
                </c:pt>
                <c:pt idx="479">
                  <c:v>2015-12-24</c:v>
                </c:pt>
                <c:pt idx="480">
                  <c:v>2015-12-25</c:v>
                </c:pt>
                <c:pt idx="481">
                  <c:v>2015-12-26</c:v>
                </c:pt>
                <c:pt idx="482">
                  <c:v>2015-12-27</c:v>
                </c:pt>
                <c:pt idx="483">
                  <c:v>2015-12-28</c:v>
                </c:pt>
                <c:pt idx="484">
                  <c:v>2015-12-29</c:v>
                </c:pt>
                <c:pt idx="485">
                  <c:v>2015-12-30</c:v>
                </c:pt>
                <c:pt idx="486">
                  <c:v>2015-12-31</c:v>
                </c:pt>
                <c:pt idx="487">
                  <c:v>2016-01-01</c:v>
                </c:pt>
                <c:pt idx="488">
                  <c:v>2016-01-02</c:v>
                </c:pt>
                <c:pt idx="489">
                  <c:v>2016-01-03</c:v>
                </c:pt>
                <c:pt idx="490">
                  <c:v>2016-01-04</c:v>
                </c:pt>
                <c:pt idx="491">
                  <c:v>2016-01-05</c:v>
                </c:pt>
                <c:pt idx="492">
                  <c:v>2016-01-06</c:v>
                </c:pt>
                <c:pt idx="493">
                  <c:v>2016-01-07</c:v>
                </c:pt>
                <c:pt idx="494">
                  <c:v>2016-01-08</c:v>
                </c:pt>
                <c:pt idx="495">
                  <c:v>2016-01-09</c:v>
                </c:pt>
                <c:pt idx="496">
                  <c:v>2016-01-10</c:v>
                </c:pt>
                <c:pt idx="497">
                  <c:v>2016-01-11</c:v>
                </c:pt>
                <c:pt idx="498">
                  <c:v>2016-01-12</c:v>
                </c:pt>
                <c:pt idx="499">
                  <c:v>2016-01-13</c:v>
                </c:pt>
                <c:pt idx="500">
                  <c:v>2016-01-14</c:v>
                </c:pt>
                <c:pt idx="501">
                  <c:v>2016-01-15</c:v>
                </c:pt>
                <c:pt idx="502">
                  <c:v>2016-01-16</c:v>
                </c:pt>
                <c:pt idx="503">
                  <c:v>2016-01-17</c:v>
                </c:pt>
                <c:pt idx="504">
                  <c:v>2016-01-18</c:v>
                </c:pt>
                <c:pt idx="505">
                  <c:v>2016-01-19</c:v>
                </c:pt>
                <c:pt idx="506">
                  <c:v>2016-01-20</c:v>
                </c:pt>
                <c:pt idx="507">
                  <c:v>2016-01-21</c:v>
                </c:pt>
                <c:pt idx="508">
                  <c:v>2016-01-22</c:v>
                </c:pt>
                <c:pt idx="509">
                  <c:v>2016-01-23</c:v>
                </c:pt>
                <c:pt idx="510">
                  <c:v>2016-01-24</c:v>
                </c:pt>
                <c:pt idx="511">
                  <c:v>2016-01-25</c:v>
                </c:pt>
                <c:pt idx="512">
                  <c:v>2016-01-26</c:v>
                </c:pt>
                <c:pt idx="513">
                  <c:v>2016-01-27</c:v>
                </c:pt>
                <c:pt idx="514">
                  <c:v>2016-01-28</c:v>
                </c:pt>
                <c:pt idx="515">
                  <c:v>2016-01-29</c:v>
                </c:pt>
                <c:pt idx="516">
                  <c:v>2016-01-30</c:v>
                </c:pt>
                <c:pt idx="517">
                  <c:v>2016-01-31</c:v>
                </c:pt>
                <c:pt idx="518">
                  <c:v>2016-02-01</c:v>
                </c:pt>
                <c:pt idx="519">
                  <c:v>2016-02-02</c:v>
                </c:pt>
                <c:pt idx="520">
                  <c:v>2016-02-03</c:v>
                </c:pt>
                <c:pt idx="521">
                  <c:v>2016-02-04</c:v>
                </c:pt>
                <c:pt idx="522">
                  <c:v>2016-02-05</c:v>
                </c:pt>
                <c:pt idx="523">
                  <c:v>2016-02-06</c:v>
                </c:pt>
                <c:pt idx="524">
                  <c:v>2016-02-07</c:v>
                </c:pt>
                <c:pt idx="525">
                  <c:v>2016-02-08</c:v>
                </c:pt>
                <c:pt idx="526">
                  <c:v>2016-02-09</c:v>
                </c:pt>
                <c:pt idx="527">
                  <c:v>2016-02-10</c:v>
                </c:pt>
                <c:pt idx="528">
                  <c:v>2016-02-11</c:v>
                </c:pt>
                <c:pt idx="529">
                  <c:v>2016-02-12</c:v>
                </c:pt>
                <c:pt idx="530">
                  <c:v>2016-02-13</c:v>
                </c:pt>
                <c:pt idx="531">
                  <c:v>2016-02-14</c:v>
                </c:pt>
                <c:pt idx="532">
                  <c:v>2016-02-15</c:v>
                </c:pt>
                <c:pt idx="533">
                  <c:v>2016-02-16</c:v>
                </c:pt>
                <c:pt idx="534">
                  <c:v>2016-02-17</c:v>
                </c:pt>
                <c:pt idx="535">
                  <c:v>2016-02-18</c:v>
                </c:pt>
                <c:pt idx="536">
                  <c:v>2016-02-19</c:v>
                </c:pt>
                <c:pt idx="537">
                  <c:v>2016-02-20</c:v>
                </c:pt>
                <c:pt idx="538">
                  <c:v>2016-02-21</c:v>
                </c:pt>
                <c:pt idx="539">
                  <c:v>2016-02-22</c:v>
                </c:pt>
                <c:pt idx="540">
                  <c:v>2016-02-23</c:v>
                </c:pt>
                <c:pt idx="541">
                  <c:v>2016-02-24</c:v>
                </c:pt>
                <c:pt idx="542">
                  <c:v>2016-02-25</c:v>
                </c:pt>
                <c:pt idx="543">
                  <c:v>2016-02-26</c:v>
                </c:pt>
                <c:pt idx="544">
                  <c:v>2016-02-27</c:v>
                </c:pt>
                <c:pt idx="545">
                  <c:v>2016-02-28</c:v>
                </c:pt>
                <c:pt idx="546">
                  <c:v>2016-02-29</c:v>
                </c:pt>
                <c:pt idx="547">
                  <c:v>2016-03-01</c:v>
                </c:pt>
                <c:pt idx="548">
                  <c:v>2016-03-02</c:v>
                </c:pt>
                <c:pt idx="549">
                  <c:v>2016-03-03</c:v>
                </c:pt>
                <c:pt idx="550">
                  <c:v>2016-03-04</c:v>
                </c:pt>
                <c:pt idx="551">
                  <c:v>2016-03-05</c:v>
                </c:pt>
                <c:pt idx="552">
                  <c:v>2016-03-06</c:v>
                </c:pt>
                <c:pt idx="553">
                  <c:v>2016-03-07</c:v>
                </c:pt>
                <c:pt idx="554">
                  <c:v>2016-03-08</c:v>
                </c:pt>
                <c:pt idx="555">
                  <c:v>2016-03-09</c:v>
                </c:pt>
                <c:pt idx="556">
                  <c:v>2016-03-10</c:v>
                </c:pt>
                <c:pt idx="557">
                  <c:v>2016-03-11</c:v>
                </c:pt>
                <c:pt idx="558">
                  <c:v>2016-03-12</c:v>
                </c:pt>
                <c:pt idx="559">
                  <c:v>2016-03-13</c:v>
                </c:pt>
                <c:pt idx="560">
                  <c:v>2016-03-14</c:v>
                </c:pt>
                <c:pt idx="561">
                  <c:v>2016-03-15</c:v>
                </c:pt>
                <c:pt idx="562">
                  <c:v>2016-03-16</c:v>
                </c:pt>
                <c:pt idx="563">
                  <c:v>2016-03-17</c:v>
                </c:pt>
                <c:pt idx="564">
                  <c:v>2016-03-18</c:v>
                </c:pt>
                <c:pt idx="565">
                  <c:v>2016-03-19</c:v>
                </c:pt>
                <c:pt idx="566">
                  <c:v>2016-03-20</c:v>
                </c:pt>
                <c:pt idx="567">
                  <c:v>2016-03-21</c:v>
                </c:pt>
                <c:pt idx="568">
                  <c:v>2016-03-22</c:v>
                </c:pt>
                <c:pt idx="569">
                  <c:v>2016-03-23</c:v>
                </c:pt>
                <c:pt idx="570">
                  <c:v>2016-03-24</c:v>
                </c:pt>
                <c:pt idx="571">
                  <c:v>2016-03-25</c:v>
                </c:pt>
                <c:pt idx="572">
                  <c:v>2016-03-26</c:v>
                </c:pt>
                <c:pt idx="573">
                  <c:v>2016-03-27</c:v>
                </c:pt>
                <c:pt idx="574">
                  <c:v>2016-03-28</c:v>
                </c:pt>
                <c:pt idx="575">
                  <c:v>2016-03-29</c:v>
                </c:pt>
                <c:pt idx="576">
                  <c:v>2016-03-30</c:v>
                </c:pt>
                <c:pt idx="577">
                  <c:v>2016-03-31</c:v>
                </c:pt>
                <c:pt idx="578">
                  <c:v>2016-04-01</c:v>
                </c:pt>
                <c:pt idx="579">
                  <c:v>2016-04-02</c:v>
                </c:pt>
                <c:pt idx="580">
                  <c:v>2016-04-03</c:v>
                </c:pt>
                <c:pt idx="581">
                  <c:v>2016-04-04</c:v>
                </c:pt>
                <c:pt idx="582">
                  <c:v>2016-04-05</c:v>
                </c:pt>
                <c:pt idx="583">
                  <c:v>2016-04-06</c:v>
                </c:pt>
                <c:pt idx="584">
                  <c:v>2016-04-07</c:v>
                </c:pt>
                <c:pt idx="585">
                  <c:v>2016-04-08</c:v>
                </c:pt>
                <c:pt idx="586">
                  <c:v>2016-04-09</c:v>
                </c:pt>
                <c:pt idx="587">
                  <c:v>2016-04-10</c:v>
                </c:pt>
                <c:pt idx="588">
                  <c:v>2016-04-11</c:v>
                </c:pt>
                <c:pt idx="589">
                  <c:v>2016-04-12</c:v>
                </c:pt>
                <c:pt idx="590">
                  <c:v>2016-04-13</c:v>
                </c:pt>
                <c:pt idx="591">
                  <c:v>2016-04-14</c:v>
                </c:pt>
                <c:pt idx="592">
                  <c:v>2016-04-15</c:v>
                </c:pt>
                <c:pt idx="593">
                  <c:v>2016-04-16</c:v>
                </c:pt>
                <c:pt idx="594">
                  <c:v>2016-04-17</c:v>
                </c:pt>
                <c:pt idx="595">
                  <c:v>2016-04-18</c:v>
                </c:pt>
                <c:pt idx="596">
                  <c:v>2016-04-19</c:v>
                </c:pt>
                <c:pt idx="597">
                  <c:v>2016-04-20</c:v>
                </c:pt>
                <c:pt idx="598">
                  <c:v>2016-04-21</c:v>
                </c:pt>
                <c:pt idx="599">
                  <c:v>2016-04-22</c:v>
                </c:pt>
                <c:pt idx="600">
                  <c:v>2016-04-23</c:v>
                </c:pt>
                <c:pt idx="601">
                  <c:v>2016-04-24</c:v>
                </c:pt>
                <c:pt idx="602">
                  <c:v>2016-04-25</c:v>
                </c:pt>
                <c:pt idx="603">
                  <c:v>2016-04-26</c:v>
                </c:pt>
                <c:pt idx="604">
                  <c:v>2016-04-27</c:v>
                </c:pt>
                <c:pt idx="605">
                  <c:v>2016-04-28</c:v>
                </c:pt>
                <c:pt idx="606">
                  <c:v>2016-04-29</c:v>
                </c:pt>
                <c:pt idx="607">
                  <c:v>2016-04-30</c:v>
                </c:pt>
                <c:pt idx="608">
                  <c:v>2016-05-01</c:v>
                </c:pt>
                <c:pt idx="609">
                  <c:v>2016-05-02</c:v>
                </c:pt>
                <c:pt idx="610">
                  <c:v>2016-05-03</c:v>
                </c:pt>
                <c:pt idx="611">
                  <c:v>2016-05-04</c:v>
                </c:pt>
                <c:pt idx="612">
                  <c:v>2016-05-05</c:v>
                </c:pt>
                <c:pt idx="613">
                  <c:v>2016-05-06</c:v>
                </c:pt>
                <c:pt idx="614">
                  <c:v>2016-05-07</c:v>
                </c:pt>
                <c:pt idx="615">
                  <c:v>2016-05-08</c:v>
                </c:pt>
                <c:pt idx="616">
                  <c:v>2016-05-09</c:v>
                </c:pt>
                <c:pt idx="617">
                  <c:v>2016-05-10</c:v>
                </c:pt>
                <c:pt idx="618">
                  <c:v>2016-05-11</c:v>
                </c:pt>
                <c:pt idx="619">
                  <c:v>2016-05-12</c:v>
                </c:pt>
                <c:pt idx="620">
                  <c:v>2016-05-13</c:v>
                </c:pt>
                <c:pt idx="621">
                  <c:v>2016-05-14</c:v>
                </c:pt>
                <c:pt idx="622">
                  <c:v>2016-05-15</c:v>
                </c:pt>
                <c:pt idx="623">
                  <c:v>2016-05-16</c:v>
                </c:pt>
                <c:pt idx="624">
                  <c:v>2016-05-17</c:v>
                </c:pt>
                <c:pt idx="625">
                  <c:v>2016-05-18</c:v>
                </c:pt>
                <c:pt idx="626">
                  <c:v>2016-05-19</c:v>
                </c:pt>
                <c:pt idx="627">
                  <c:v>2016-05-20</c:v>
                </c:pt>
                <c:pt idx="628">
                  <c:v>2016-05-21</c:v>
                </c:pt>
                <c:pt idx="629">
                  <c:v>2016-05-22</c:v>
                </c:pt>
                <c:pt idx="630">
                  <c:v>2016-05-23</c:v>
                </c:pt>
                <c:pt idx="631">
                  <c:v>2016-05-24</c:v>
                </c:pt>
                <c:pt idx="632">
                  <c:v>2016-05-25</c:v>
                </c:pt>
                <c:pt idx="633">
                  <c:v>2016-05-26</c:v>
                </c:pt>
                <c:pt idx="634">
                  <c:v>2016-05-27</c:v>
                </c:pt>
                <c:pt idx="635">
                  <c:v>2016-05-28</c:v>
                </c:pt>
                <c:pt idx="636">
                  <c:v>2016-05-29</c:v>
                </c:pt>
                <c:pt idx="637">
                  <c:v>2016-05-30</c:v>
                </c:pt>
                <c:pt idx="638">
                  <c:v>2016-05-31</c:v>
                </c:pt>
                <c:pt idx="639">
                  <c:v>2016-06-01</c:v>
                </c:pt>
                <c:pt idx="640">
                  <c:v>2016-06-02</c:v>
                </c:pt>
                <c:pt idx="641">
                  <c:v>2016-06-03</c:v>
                </c:pt>
                <c:pt idx="642">
                  <c:v>2016-06-04</c:v>
                </c:pt>
                <c:pt idx="643">
                  <c:v>2016-06-05</c:v>
                </c:pt>
                <c:pt idx="644">
                  <c:v>2016-06-06</c:v>
                </c:pt>
                <c:pt idx="645">
                  <c:v>2016-06-07</c:v>
                </c:pt>
                <c:pt idx="646">
                  <c:v>2016-06-08</c:v>
                </c:pt>
                <c:pt idx="647">
                  <c:v>2016-06-09</c:v>
                </c:pt>
                <c:pt idx="648">
                  <c:v>2016-06-10</c:v>
                </c:pt>
                <c:pt idx="649">
                  <c:v>2016-06-11</c:v>
                </c:pt>
                <c:pt idx="650">
                  <c:v>2016-06-12</c:v>
                </c:pt>
                <c:pt idx="651">
                  <c:v>2016-06-13</c:v>
                </c:pt>
                <c:pt idx="652">
                  <c:v>2016-06-14</c:v>
                </c:pt>
                <c:pt idx="653">
                  <c:v>2016-06-15</c:v>
                </c:pt>
                <c:pt idx="654">
                  <c:v>2016-06-16</c:v>
                </c:pt>
                <c:pt idx="655">
                  <c:v>2016-06-17</c:v>
                </c:pt>
                <c:pt idx="656">
                  <c:v>2016-06-18</c:v>
                </c:pt>
                <c:pt idx="657">
                  <c:v>2016-06-19</c:v>
                </c:pt>
                <c:pt idx="658">
                  <c:v>2016-06-20</c:v>
                </c:pt>
                <c:pt idx="659">
                  <c:v>2016-06-21</c:v>
                </c:pt>
                <c:pt idx="660">
                  <c:v>2016-06-22</c:v>
                </c:pt>
                <c:pt idx="661">
                  <c:v>2016-06-23</c:v>
                </c:pt>
                <c:pt idx="662">
                  <c:v>2016-06-24</c:v>
                </c:pt>
                <c:pt idx="663">
                  <c:v>2016-06-25</c:v>
                </c:pt>
                <c:pt idx="664">
                  <c:v>2016-06-26</c:v>
                </c:pt>
                <c:pt idx="665">
                  <c:v>2016-06-27</c:v>
                </c:pt>
                <c:pt idx="666">
                  <c:v>2016-06-28</c:v>
                </c:pt>
                <c:pt idx="667">
                  <c:v>2016-06-29</c:v>
                </c:pt>
                <c:pt idx="668">
                  <c:v>2016-06-30</c:v>
                </c:pt>
                <c:pt idx="669">
                  <c:v>2016-07-01</c:v>
                </c:pt>
                <c:pt idx="670">
                  <c:v>2016-07-02</c:v>
                </c:pt>
                <c:pt idx="671">
                  <c:v>2016-07-03</c:v>
                </c:pt>
                <c:pt idx="672">
                  <c:v>2016-07-04</c:v>
                </c:pt>
                <c:pt idx="673">
                  <c:v>2016-07-05</c:v>
                </c:pt>
                <c:pt idx="674">
                  <c:v>2016-07-06</c:v>
                </c:pt>
                <c:pt idx="675">
                  <c:v>2016-07-07</c:v>
                </c:pt>
                <c:pt idx="676">
                  <c:v>2016-07-08</c:v>
                </c:pt>
                <c:pt idx="677">
                  <c:v>2016-07-09</c:v>
                </c:pt>
                <c:pt idx="678">
                  <c:v>2016-07-10</c:v>
                </c:pt>
                <c:pt idx="679">
                  <c:v>2016-07-11</c:v>
                </c:pt>
                <c:pt idx="680">
                  <c:v>2016-07-12</c:v>
                </c:pt>
                <c:pt idx="681">
                  <c:v>2016-07-13</c:v>
                </c:pt>
                <c:pt idx="682">
                  <c:v>2016-07-14</c:v>
                </c:pt>
                <c:pt idx="683">
                  <c:v>2016-07-15</c:v>
                </c:pt>
                <c:pt idx="684">
                  <c:v>2016-07-16</c:v>
                </c:pt>
                <c:pt idx="685">
                  <c:v>2016-07-17</c:v>
                </c:pt>
                <c:pt idx="686">
                  <c:v>2016-07-18</c:v>
                </c:pt>
                <c:pt idx="687">
                  <c:v>2016-07-19</c:v>
                </c:pt>
                <c:pt idx="688">
                  <c:v>2016-07-20</c:v>
                </c:pt>
                <c:pt idx="689">
                  <c:v>2016-07-21</c:v>
                </c:pt>
                <c:pt idx="690">
                  <c:v>2016-07-22</c:v>
                </c:pt>
                <c:pt idx="691">
                  <c:v>2016-07-23</c:v>
                </c:pt>
                <c:pt idx="692">
                  <c:v>2016-07-24</c:v>
                </c:pt>
                <c:pt idx="693">
                  <c:v>2016-07-25</c:v>
                </c:pt>
                <c:pt idx="694">
                  <c:v>2016-07-26</c:v>
                </c:pt>
                <c:pt idx="695">
                  <c:v>2016-07-27</c:v>
                </c:pt>
                <c:pt idx="696">
                  <c:v>2016-07-28</c:v>
                </c:pt>
                <c:pt idx="697">
                  <c:v>2016-07-29</c:v>
                </c:pt>
                <c:pt idx="698">
                  <c:v>2016-07-30</c:v>
                </c:pt>
                <c:pt idx="699">
                  <c:v>2016-07-31</c:v>
                </c:pt>
                <c:pt idx="700">
                  <c:v>2016-08-01</c:v>
                </c:pt>
                <c:pt idx="701">
                  <c:v>2016-08-02</c:v>
                </c:pt>
                <c:pt idx="702">
                  <c:v>2016-08-03</c:v>
                </c:pt>
                <c:pt idx="703">
                  <c:v>2016-08-04</c:v>
                </c:pt>
                <c:pt idx="704">
                  <c:v>2016-08-05</c:v>
                </c:pt>
                <c:pt idx="705">
                  <c:v>2016-08-06</c:v>
                </c:pt>
                <c:pt idx="706">
                  <c:v>2016-08-07</c:v>
                </c:pt>
                <c:pt idx="707">
                  <c:v>2016-08-08</c:v>
                </c:pt>
                <c:pt idx="708">
                  <c:v>2016-08-09</c:v>
                </c:pt>
                <c:pt idx="709">
                  <c:v>2016-08-10</c:v>
                </c:pt>
                <c:pt idx="710">
                  <c:v>2016-08-11</c:v>
                </c:pt>
                <c:pt idx="711">
                  <c:v>2016-08-12</c:v>
                </c:pt>
                <c:pt idx="712">
                  <c:v>2016-08-13</c:v>
                </c:pt>
                <c:pt idx="713">
                  <c:v>2016-08-14</c:v>
                </c:pt>
                <c:pt idx="714">
                  <c:v>2016-08-15</c:v>
                </c:pt>
                <c:pt idx="715">
                  <c:v>2016-08-16</c:v>
                </c:pt>
                <c:pt idx="716">
                  <c:v>2016-08-17</c:v>
                </c:pt>
                <c:pt idx="717">
                  <c:v>2016-08-18</c:v>
                </c:pt>
                <c:pt idx="718">
                  <c:v>2016-08-19</c:v>
                </c:pt>
                <c:pt idx="719">
                  <c:v>2016-08-20</c:v>
                </c:pt>
                <c:pt idx="720">
                  <c:v>2016-08-21</c:v>
                </c:pt>
                <c:pt idx="721">
                  <c:v>2016-08-22</c:v>
                </c:pt>
                <c:pt idx="722">
                  <c:v>2016-08-23</c:v>
                </c:pt>
                <c:pt idx="723">
                  <c:v>2016-08-24</c:v>
                </c:pt>
                <c:pt idx="724">
                  <c:v>2016-08-25</c:v>
                </c:pt>
                <c:pt idx="725">
                  <c:v>2016-08-26</c:v>
                </c:pt>
                <c:pt idx="726">
                  <c:v>2016-08-27</c:v>
                </c:pt>
                <c:pt idx="727">
                  <c:v>2016-08-28</c:v>
                </c:pt>
                <c:pt idx="728">
                  <c:v>2016-08-29</c:v>
                </c:pt>
                <c:pt idx="729">
                  <c:v>2016-08-30</c:v>
                </c:pt>
                <c:pt idx="730">
                  <c:v>2016-08-31</c:v>
                </c:pt>
                <c:pt idx="731">
                  <c:v>2016-09-01</c:v>
                </c:pt>
                <c:pt idx="732">
                  <c:v>2016-09-02</c:v>
                </c:pt>
                <c:pt idx="733">
                  <c:v>2016-09-03</c:v>
                </c:pt>
                <c:pt idx="734">
                  <c:v>2016-09-04</c:v>
                </c:pt>
                <c:pt idx="735">
                  <c:v>2016-09-05</c:v>
                </c:pt>
                <c:pt idx="736">
                  <c:v>2016-09-06</c:v>
                </c:pt>
                <c:pt idx="737">
                  <c:v>2016-09-07</c:v>
                </c:pt>
                <c:pt idx="738">
                  <c:v>2016-09-08</c:v>
                </c:pt>
                <c:pt idx="739">
                  <c:v>2016-09-09</c:v>
                </c:pt>
                <c:pt idx="740">
                  <c:v>2016-09-10</c:v>
                </c:pt>
                <c:pt idx="741">
                  <c:v>2016-09-11</c:v>
                </c:pt>
                <c:pt idx="742">
                  <c:v>2016-09-12</c:v>
                </c:pt>
                <c:pt idx="743">
                  <c:v>2016-09-13</c:v>
                </c:pt>
                <c:pt idx="744">
                  <c:v>2016-09-14</c:v>
                </c:pt>
                <c:pt idx="745">
                  <c:v>2016-09-15</c:v>
                </c:pt>
                <c:pt idx="746">
                  <c:v>2016-09-16</c:v>
                </c:pt>
                <c:pt idx="747">
                  <c:v>2016-09-17</c:v>
                </c:pt>
                <c:pt idx="748">
                  <c:v>2016-09-18</c:v>
                </c:pt>
                <c:pt idx="749">
                  <c:v>2016-09-19</c:v>
                </c:pt>
                <c:pt idx="750">
                  <c:v>2016-09-20</c:v>
                </c:pt>
                <c:pt idx="751">
                  <c:v>2016-09-21</c:v>
                </c:pt>
                <c:pt idx="752">
                  <c:v>2016-09-22</c:v>
                </c:pt>
                <c:pt idx="753">
                  <c:v>2016-09-23</c:v>
                </c:pt>
                <c:pt idx="754">
                  <c:v>2016-09-24</c:v>
                </c:pt>
                <c:pt idx="755">
                  <c:v>2016-09-25</c:v>
                </c:pt>
                <c:pt idx="756">
                  <c:v>2016-09-26</c:v>
                </c:pt>
                <c:pt idx="757">
                  <c:v>2016-09-27</c:v>
                </c:pt>
                <c:pt idx="758">
                  <c:v>2016-09-28</c:v>
                </c:pt>
                <c:pt idx="759">
                  <c:v>2016-09-29</c:v>
                </c:pt>
                <c:pt idx="760">
                  <c:v>2016-09-30</c:v>
                </c:pt>
                <c:pt idx="761">
                  <c:v>2016-10-01</c:v>
                </c:pt>
                <c:pt idx="762">
                  <c:v>2016-10-02</c:v>
                </c:pt>
                <c:pt idx="763">
                  <c:v>2016-10-03</c:v>
                </c:pt>
                <c:pt idx="764">
                  <c:v>2016-10-04</c:v>
                </c:pt>
                <c:pt idx="765">
                  <c:v>2016-10-05</c:v>
                </c:pt>
                <c:pt idx="766">
                  <c:v>2016-10-06</c:v>
                </c:pt>
                <c:pt idx="767">
                  <c:v>2016-10-07</c:v>
                </c:pt>
                <c:pt idx="768">
                  <c:v>2016-10-08</c:v>
                </c:pt>
                <c:pt idx="769">
                  <c:v>2016-10-09</c:v>
                </c:pt>
                <c:pt idx="770">
                  <c:v>2016-10-10</c:v>
                </c:pt>
                <c:pt idx="771">
                  <c:v>2016-10-11</c:v>
                </c:pt>
                <c:pt idx="772">
                  <c:v>2016-10-12</c:v>
                </c:pt>
                <c:pt idx="773">
                  <c:v>2016-10-13</c:v>
                </c:pt>
                <c:pt idx="774">
                  <c:v>2016-10-14</c:v>
                </c:pt>
                <c:pt idx="775">
                  <c:v>2016-10-15</c:v>
                </c:pt>
                <c:pt idx="776">
                  <c:v>2016-10-16</c:v>
                </c:pt>
                <c:pt idx="777">
                  <c:v>2016-10-17</c:v>
                </c:pt>
                <c:pt idx="778">
                  <c:v>2016-10-18</c:v>
                </c:pt>
                <c:pt idx="779">
                  <c:v>2016-10-19</c:v>
                </c:pt>
                <c:pt idx="780">
                  <c:v>2016-10-20</c:v>
                </c:pt>
                <c:pt idx="781">
                  <c:v>2016-10-21</c:v>
                </c:pt>
                <c:pt idx="782">
                  <c:v>2016-10-22</c:v>
                </c:pt>
                <c:pt idx="783">
                  <c:v>2016-10-23</c:v>
                </c:pt>
                <c:pt idx="784">
                  <c:v>2016-10-24</c:v>
                </c:pt>
                <c:pt idx="785">
                  <c:v>2016-10-25</c:v>
                </c:pt>
                <c:pt idx="786">
                  <c:v>2016-10-26</c:v>
                </c:pt>
                <c:pt idx="787">
                  <c:v>2016-10-27</c:v>
                </c:pt>
                <c:pt idx="788">
                  <c:v>2016-10-28</c:v>
                </c:pt>
                <c:pt idx="789">
                  <c:v>2016-10-29</c:v>
                </c:pt>
                <c:pt idx="790">
                  <c:v>2016-10-30</c:v>
                </c:pt>
                <c:pt idx="791">
                  <c:v>2016-10-31</c:v>
                </c:pt>
                <c:pt idx="792">
                  <c:v>2016-11-01</c:v>
                </c:pt>
                <c:pt idx="793">
                  <c:v>2016-11-02</c:v>
                </c:pt>
                <c:pt idx="794">
                  <c:v>2016-11-03</c:v>
                </c:pt>
                <c:pt idx="795">
                  <c:v>2016-11-04</c:v>
                </c:pt>
                <c:pt idx="796">
                  <c:v>2016-11-05</c:v>
                </c:pt>
                <c:pt idx="797">
                  <c:v>2016-11-06</c:v>
                </c:pt>
                <c:pt idx="798">
                  <c:v>2016-11-07</c:v>
                </c:pt>
                <c:pt idx="799">
                  <c:v>2016-11-08</c:v>
                </c:pt>
                <c:pt idx="800">
                  <c:v>2016-11-09</c:v>
                </c:pt>
                <c:pt idx="801">
                  <c:v>2016-11-10</c:v>
                </c:pt>
                <c:pt idx="802">
                  <c:v>2016-11-11</c:v>
                </c:pt>
                <c:pt idx="803">
                  <c:v>2016-11-12</c:v>
                </c:pt>
                <c:pt idx="804">
                  <c:v>2016-11-13</c:v>
                </c:pt>
                <c:pt idx="805">
                  <c:v>2016-11-14</c:v>
                </c:pt>
                <c:pt idx="806">
                  <c:v>2016-11-15</c:v>
                </c:pt>
                <c:pt idx="807">
                  <c:v>2016-11-16</c:v>
                </c:pt>
                <c:pt idx="808">
                  <c:v>2016-11-17</c:v>
                </c:pt>
                <c:pt idx="809">
                  <c:v>2016-11-18</c:v>
                </c:pt>
                <c:pt idx="810">
                  <c:v>2016-11-19</c:v>
                </c:pt>
                <c:pt idx="811">
                  <c:v>2016-11-20</c:v>
                </c:pt>
                <c:pt idx="812">
                  <c:v>2016-11-21</c:v>
                </c:pt>
                <c:pt idx="813">
                  <c:v>2016-11-22</c:v>
                </c:pt>
                <c:pt idx="814">
                  <c:v>2016-11-23</c:v>
                </c:pt>
                <c:pt idx="815">
                  <c:v>2016-11-24</c:v>
                </c:pt>
                <c:pt idx="816">
                  <c:v>2016-11-25</c:v>
                </c:pt>
                <c:pt idx="817">
                  <c:v>2016-11-26</c:v>
                </c:pt>
                <c:pt idx="818">
                  <c:v>2016-11-27</c:v>
                </c:pt>
                <c:pt idx="819">
                  <c:v>2016-11-28</c:v>
                </c:pt>
                <c:pt idx="820">
                  <c:v>2016-11-29</c:v>
                </c:pt>
                <c:pt idx="821">
                  <c:v>2016-11-30</c:v>
                </c:pt>
                <c:pt idx="822">
                  <c:v>2016-12-01</c:v>
                </c:pt>
                <c:pt idx="823">
                  <c:v>2016-12-02</c:v>
                </c:pt>
                <c:pt idx="824">
                  <c:v>2016-12-03</c:v>
                </c:pt>
                <c:pt idx="825">
                  <c:v>2016-12-04</c:v>
                </c:pt>
                <c:pt idx="826">
                  <c:v>2016-12-05</c:v>
                </c:pt>
                <c:pt idx="827">
                  <c:v>2016-12-06</c:v>
                </c:pt>
                <c:pt idx="828">
                  <c:v>2016-12-07</c:v>
                </c:pt>
                <c:pt idx="829">
                  <c:v>2016-12-08</c:v>
                </c:pt>
                <c:pt idx="830">
                  <c:v>2016-12-09</c:v>
                </c:pt>
                <c:pt idx="831">
                  <c:v>2016-12-10</c:v>
                </c:pt>
                <c:pt idx="832">
                  <c:v>2016-12-11</c:v>
                </c:pt>
                <c:pt idx="833">
                  <c:v>2016-12-12</c:v>
                </c:pt>
                <c:pt idx="834">
                  <c:v>2016-12-13</c:v>
                </c:pt>
                <c:pt idx="835">
                  <c:v>2016-12-14</c:v>
                </c:pt>
                <c:pt idx="836">
                  <c:v>2016-12-15</c:v>
                </c:pt>
                <c:pt idx="837">
                  <c:v>2016-12-16</c:v>
                </c:pt>
                <c:pt idx="838">
                  <c:v>2016-12-17</c:v>
                </c:pt>
                <c:pt idx="839">
                  <c:v>2016-12-18</c:v>
                </c:pt>
                <c:pt idx="840">
                  <c:v>2016-12-19</c:v>
                </c:pt>
                <c:pt idx="841">
                  <c:v>2016-12-20</c:v>
                </c:pt>
                <c:pt idx="842">
                  <c:v>2016-12-21</c:v>
                </c:pt>
                <c:pt idx="843">
                  <c:v>2016-12-22</c:v>
                </c:pt>
                <c:pt idx="844">
                  <c:v>2016-12-23</c:v>
                </c:pt>
                <c:pt idx="845">
                  <c:v>2016-12-24</c:v>
                </c:pt>
                <c:pt idx="846">
                  <c:v>2016-12-25</c:v>
                </c:pt>
                <c:pt idx="847">
                  <c:v>2016-12-26</c:v>
                </c:pt>
                <c:pt idx="848">
                  <c:v>2016-12-27</c:v>
                </c:pt>
                <c:pt idx="849">
                  <c:v>2016-12-28</c:v>
                </c:pt>
                <c:pt idx="850">
                  <c:v>2016-12-29</c:v>
                </c:pt>
                <c:pt idx="851">
                  <c:v>2016-12-30</c:v>
                </c:pt>
                <c:pt idx="852">
                  <c:v>2016-12-31</c:v>
                </c:pt>
                <c:pt idx="853">
                  <c:v>2017-01-01</c:v>
                </c:pt>
                <c:pt idx="854">
                  <c:v>2017-01-02</c:v>
                </c:pt>
                <c:pt idx="855">
                  <c:v>2017-01-03</c:v>
                </c:pt>
                <c:pt idx="856">
                  <c:v>2017-01-04</c:v>
                </c:pt>
                <c:pt idx="857">
                  <c:v>2017-01-05</c:v>
                </c:pt>
                <c:pt idx="858">
                  <c:v>2017-01-06</c:v>
                </c:pt>
                <c:pt idx="859">
                  <c:v>2017-01-07</c:v>
                </c:pt>
                <c:pt idx="860">
                  <c:v>2017-01-08</c:v>
                </c:pt>
                <c:pt idx="861">
                  <c:v>2017-01-09</c:v>
                </c:pt>
                <c:pt idx="862">
                  <c:v>2017-01-10</c:v>
                </c:pt>
                <c:pt idx="863">
                  <c:v>2017-01-11</c:v>
                </c:pt>
                <c:pt idx="864">
                  <c:v>2017-01-12</c:v>
                </c:pt>
                <c:pt idx="865">
                  <c:v>2017-01-13</c:v>
                </c:pt>
                <c:pt idx="866">
                  <c:v>2017-01-14</c:v>
                </c:pt>
                <c:pt idx="867">
                  <c:v>2017-01-15</c:v>
                </c:pt>
                <c:pt idx="868">
                  <c:v>2017-01-16</c:v>
                </c:pt>
                <c:pt idx="869">
                  <c:v>2017-01-17</c:v>
                </c:pt>
                <c:pt idx="870">
                  <c:v>2017-01-18</c:v>
                </c:pt>
                <c:pt idx="871">
                  <c:v>2017-01-19</c:v>
                </c:pt>
                <c:pt idx="872">
                  <c:v>2017-01-20</c:v>
                </c:pt>
                <c:pt idx="873">
                  <c:v>2017-01-21</c:v>
                </c:pt>
                <c:pt idx="874">
                  <c:v>2017-01-22</c:v>
                </c:pt>
                <c:pt idx="875">
                  <c:v>2017-01-23</c:v>
                </c:pt>
                <c:pt idx="876">
                  <c:v>2017-01-24</c:v>
                </c:pt>
                <c:pt idx="877">
                  <c:v>2017-01-25</c:v>
                </c:pt>
                <c:pt idx="878">
                  <c:v>2017-01-26</c:v>
                </c:pt>
                <c:pt idx="879">
                  <c:v>2017-01-27</c:v>
                </c:pt>
                <c:pt idx="880">
                  <c:v>2017-01-28</c:v>
                </c:pt>
                <c:pt idx="881">
                  <c:v>2017-01-29</c:v>
                </c:pt>
                <c:pt idx="882">
                  <c:v>2017-01-30</c:v>
                </c:pt>
                <c:pt idx="883">
                  <c:v>2017-01-31</c:v>
                </c:pt>
                <c:pt idx="884">
                  <c:v>2017-02-01</c:v>
                </c:pt>
                <c:pt idx="885">
                  <c:v>2017-02-02</c:v>
                </c:pt>
                <c:pt idx="886">
                  <c:v>2017-02-03</c:v>
                </c:pt>
                <c:pt idx="887">
                  <c:v>2017-02-04</c:v>
                </c:pt>
                <c:pt idx="888">
                  <c:v>2017-02-05</c:v>
                </c:pt>
                <c:pt idx="889">
                  <c:v>2017-02-06</c:v>
                </c:pt>
                <c:pt idx="890">
                  <c:v>2017-02-07</c:v>
                </c:pt>
                <c:pt idx="891">
                  <c:v>2017-02-08</c:v>
                </c:pt>
                <c:pt idx="892">
                  <c:v>2017-02-09</c:v>
                </c:pt>
                <c:pt idx="893">
                  <c:v>2017-02-10</c:v>
                </c:pt>
                <c:pt idx="894">
                  <c:v>2017-02-11</c:v>
                </c:pt>
                <c:pt idx="895">
                  <c:v>2017-02-12</c:v>
                </c:pt>
                <c:pt idx="896">
                  <c:v>2017-02-13</c:v>
                </c:pt>
                <c:pt idx="897">
                  <c:v>2017-02-14</c:v>
                </c:pt>
                <c:pt idx="898">
                  <c:v>2017-02-15</c:v>
                </c:pt>
                <c:pt idx="899">
                  <c:v>2017-02-16</c:v>
                </c:pt>
                <c:pt idx="900">
                  <c:v>2017-02-17</c:v>
                </c:pt>
                <c:pt idx="901">
                  <c:v>2017-02-18</c:v>
                </c:pt>
                <c:pt idx="902">
                  <c:v>2017-02-19</c:v>
                </c:pt>
                <c:pt idx="903">
                  <c:v>2017-02-20</c:v>
                </c:pt>
                <c:pt idx="904">
                  <c:v>2017-02-21</c:v>
                </c:pt>
                <c:pt idx="905">
                  <c:v>2017-02-22</c:v>
                </c:pt>
                <c:pt idx="906">
                  <c:v>2017-02-23</c:v>
                </c:pt>
                <c:pt idx="907">
                  <c:v>2017-02-24</c:v>
                </c:pt>
                <c:pt idx="908">
                  <c:v>2017-02-25</c:v>
                </c:pt>
                <c:pt idx="909">
                  <c:v>2017-02-26</c:v>
                </c:pt>
                <c:pt idx="910">
                  <c:v>2017-02-27</c:v>
                </c:pt>
                <c:pt idx="911">
                  <c:v>2017-02-28</c:v>
                </c:pt>
                <c:pt idx="912">
                  <c:v>2017-03-01</c:v>
                </c:pt>
                <c:pt idx="913">
                  <c:v>2017-03-02</c:v>
                </c:pt>
                <c:pt idx="914">
                  <c:v>2017-03-03</c:v>
                </c:pt>
                <c:pt idx="915">
                  <c:v>2017-03-04</c:v>
                </c:pt>
                <c:pt idx="916">
                  <c:v>2017-03-05</c:v>
                </c:pt>
                <c:pt idx="917">
                  <c:v>2017-03-06</c:v>
                </c:pt>
                <c:pt idx="918">
                  <c:v>2017-03-07</c:v>
                </c:pt>
                <c:pt idx="919">
                  <c:v>2017-03-08</c:v>
                </c:pt>
                <c:pt idx="920">
                  <c:v>2017-03-09</c:v>
                </c:pt>
                <c:pt idx="921">
                  <c:v>2017-03-10</c:v>
                </c:pt>
                <c:pt idx="922">
                  <c:v>2017-03-11</c:v>
                </c:pt>
                <c:pt idx="923">
                  <c:v>2017-03-12</c:v>
                </c:pt>
                <c:pt idx="924">
                  <c:v>2017-03-13</c:v>
                </c:pt>
                <c:pt idx="925">
                  <c:v>2017-03-14</c:v>
                </c:pt>
                <c:pt idx="926">
                  <c:v>2017-03-15</c:v>
                </c:pt>
                <c:pt idx="927">
                  <c:v>2017-03-16</c:v>
                </c:pt>
                <c:pt idx="928">
                  <c:v>2017-03-17</c:v>
                </c:pt>
                <c:pt idx="929">
                  <c:v>2017-03-18</c:v>
                </c:pt>
                <c:pt idx="930">
                  <c:v>2017-03-19</c:v>
                </c:pt>
                <c:pt idx="931">
                  <c:v>2017-03-20</c:v>
                </c:pt>
                <c:pt idx="932">
                  <c:v>2017-03-21</c:v>
                </c:pt>
                <c:pt idx="933">
                  <c:v>2017-03-22</c:v>
                </c:pt>
                <c:pt idx="934">
                  <c:v>2017-03-23</c:v>
                </c:pt>
                <c:pt idx="935">
                  <c:v>2017-03-24</c:v>
                </c:pt>
                <c:pt idx="936">
                  <c:v>2017-03-25</c:v>
                </c:pt>
                <c:pt idx="937">
                  <c:v>2017-03-26</c:v>
                </c:pt>
                <c:pt idx="938">
                  <c:v>2017-03-27</c:v>
                </c:pt>
                <c:pt idx="939">
                  <c:v>2017-03-28</c:v>
                </c:pt>
                <c:pt idx="940">
                  <c:v>2017-03-29</c:v>
                </c:pt>
                <c:pt idx="941">
                  <c:v>2017-03-30</c:v>
                </c:pt>
                <c:pt idx="942">
                  <c:v>2017-03-31</c:v>
                </c:pt>
                <c:pt idx="943">
                  <c:v>2017-04-01</c:v>
                </c:pt>
                <c:pt idx="944">
                  <c:v>2017-04-02</c:v>
                </c:pt>
                <c:pt idx="945">
                  <c:v>2017-04-03</c:v>
                </c:pt>
                <c:pt idx="946">
                  <c:v>2017-04-04</c:v>
                </c:pt>
                <c:pt idx="947">
                  <c:v>2017-04-05</c:v>
                </c:pt>
                <c:pt idx="948">
                  <c:v>2017-04-06</c:v>
                </c:pt>
                <c:pt idx="949">
                  <c:v>2017-04-07</c:v>
                </c:pt>
                <c:pt idx="950">
                  <c:v>2017-04-08</c:v>
                </c:pt>
                <c:pt idx="951">
                  <c:v>2017-04-09</c:v>
                </c:pt>
                <c:pt idx="952">
                  <c:v>2017-04-10</c:v>
                </c:pt>
                <c:pt idx="953">
                  <c:v>2017-04-11</c:v>
                </c:pt>
                <c:pt idx="954">
                  <c:v>2017-04-12</c:v>
                </c:pt>
                <c:pt idx="955">
                  <c:v>2017-04-13</c:v>
                </c:pt>
                <c:pt idx="956">
                  <c:v>2017-04-14</c:v>
                </c:pt>
                <c:pt idx="957">
                  <c:v>2017-04-15</c:v>
                </c:pt>
                <c:pt idx="958">
                  <c:v>2017-04-16</c:v>
                </c:pt>
                <c:pt idx="959">
                  <c:v>2017-04-17</c:v>
                </c:pt>
                <c:pt idx="960">
                  <c:v>2017-04-18</c:v>
                </c:pt>
                <c:pt idx="961">
                  <c:v>2017-04-19</c:v>
                </c:pt>
                <c:pt idx="962">
                  <c:v>2017-04-20</c:v>
                </c:pt>
                <c:pt idx="963">
                  <c:v>2017-04-21</c:v>
                </c:pt>
                <c:pt idx="964">
                  <c:v>2017-04-22</c:v>
                </c:pt>
                <c:pt idx="965">
                  <c:v>2017-04-23</c:v>
                </c:pt>
                <c:pt idx="966">
                  <c:v>2017-04-24</c:v>
                </c:pt>
                <c:pt idx="967">
                  <c:v>2017-04-25</c:v>
                </c:pt>
                <c:pt idx="968">
                  <c:v>2017-04-26</c:v>
                </c:pt>
                <c:pt idx="969">
                  <c:v>2017-04-27</c:v>
                </c:pt>
                <c:pt idx="970">
                  <c:v>2017-04-28</c:v>
                </c:pt>
                <c:pt idx="971">
                  <c:v>2017-04-29</c:v>
                </c:pt>
                <c:pt idx="972">
                  <c:v>2017-04-30</c:v>
                </c:pt>
                <c:pt idx="973">
                  <c:v>2017-05-01</c:v>
                </c:pt>
                <c:pt idx="974">
                  <c:v>2017-05-02</c:v>
                </c:pt>
                <c:pt idx="975">
                  <c:v>2017-05-03</c:v>
                </c:pt>
                <c:pt idx="976">
                  <c:v>2017-05-04</c:v>
                </c:pt>
                <c:pt idx="977">
                  <c:v>2017-05-05</c:v>
                </c:pt>
                <c:pt idx="978">
                  <c:v>2017-05-06</c:v>
                </c:pt>
                <c:pt idx="979">
                  <c:v>2017-05-07</c:v>
                </c:pt>
                <c:pt idx="980">
                  <c:v>2017-05-08</c:v>
                </c:pt>
                <c:pt idx="981">
                  <c:v>2017-05-09</c:v>
                </c:pt>
                <c:pt idx="982">
                  <c:v>2017-05-10</c:v>
                </c:pt>
                <c:pt idx="983">
                  <c:v>2017-05-11</c:v>
                </c:pt>
                <c:pt idx="984">
                  <c:v>2017-05-12</c:v>
                </c:pt>
                <c:pt idx="985">
                  <c:v>2017-05-13</c:v>
                </c:pt>
                <c:pt idx="986">
                  <c:v>2017-05-14</c:v>
                </c:pt>
                <c:pt idx="987">
                  <c:v>2017-05-15</c:v>
                </c:pt>
                <c:pt idx="988">
                  <c:v>2017-05-16</c:v>
                </c:pt>
                <c:pt idx="989">
                  <c:v>2017-05-17</c:v>
                </c:pt>
                <c:pt idx="990">
                  <c:v>2017-05-18</c:v>
                </c:pt>
                <c:pt idx="991">
                  <c:v>2017-05-19</c:v>
                </c:pt>
                <c:pt idx="992">
                  <c:v>2017-05-20</c:v>
                </c:pt>
                <c:pt idx="993">
                  <c:v>2017-05-21</c:v>
                </c:pt>
                <c:pt idx="994">
                  <c:v>2017-05-22</c:v>
                </c:pt>
                <c:pt idx="995">
                  <c:v>2017-05-23</c:v>
                </c:pt>
                <c:pt idx="996">
                  <c:v>2017-05-24</c:v>
                </c:pt>
                <c:pt idx="997">
                  <c:v>2017-05-25</c:v>
                </c:pt>
                <c:pt idx="998">
                  <c:v>2017-05-26</c:v>
                </c:pt>
                <c:pt idx="999">
                  <c:v>2017-05-27</c:v>
                </c:pt>
                <c:pt idx="1000">
                  <c:v>2017-05-28</c:v>
                </c:pt>
                <c:pt idx="1001">
                  <c:v>2017-05-29</c:v>
                </c:pt>
                <c:pt idx="1002">
                  <c:v>2017-05-30</c:v>
                </c:pt>
                <c:pt idx="1003">
                  <c:v>2017-05-31</c:v>
                </c:pt>
                <c:pt idx="1004">
                  <c:v>2017-06-01</c:v>
                </c:pt>
                <c:pt idx="1005">
                  <c:v>2017-06-02</c:v>
                </c:pt>
                <c:pt idx="1006">
                  <c:v>2017-06-03</c:v>
                </c:pt>
                <c:pt idx="1007">
                  <c:v>2017-06-04</c:v>
                </c:pt>
                <c:pt idx="1008">
                  <c:v>2017-06-05</c:v>
                </c:pt>
                <c:pt idx="1009">
                  <c:v>2017-06-06</c:v>
                </c:pt>
                <c:pt idx="1010">
                  <c:v>2017-06-07</c:v>
                </c:pt>
                <c:pt idx="1011">
                  <c:v>2017-06-08</c:v>
                </c:pt>
                <c:pt idx="1012">
                  <c:v>2017-06-09</c:v>
                </c:pt>
                <c:pt idx="1013">
                  <c:v>2017-06-10</c:v>
                </c:pt>
                <c:pt idx="1014">
                  <c:v>2017-06-11</c:v>
                </c:pt>
                <c:pt idx="1015">
                  <c:v>2017-06-12</c:v>
                </c:pt>
                <c:pt idx="1016">
                  <c:v>2017-06-13</c:v>
                </c:pt>
                <c:pt idx="1017">
                  <c:v>2017-06-14</c:v>
                </c:pt>
                <c:pt idx="1018">
                  <c:v>2017-06-15</c:v>
                </c:pt>
                <c:pt idx="1019">
                  <c:v>2017-06-16</c:v>
                </c:pt>
                <c:pt idx="1020">
                  <c:v>2017-06-17</c:v>
                </c:pt>
                <c:pt idx="1021">
                  <c:v>2017-06-18</c:v>
                </c:pt>
                <c:pt idx="1022">
                  <c:v>2017-06-19</c:v>
                </c:pt>
                <c:pt idx="1023">
                  <c:v>2017-06-20</c:v>
                </c:pt>
                <c:pt idx="1024">
                  <c:v>2017-06-21</c:v>
                </c:pt>
                <c:pt idx="1025">
                  <c:v>2017-06-22</c:v>
                </c:pt>
                <c:pt idx="1026">
                  <c:v>2017-06-23</c:v>
                </c:pt>
                <c:pt idx="1027">
                  <c:v>2017-06-24</c:v>
                </c:pt>
                <c:pt idx="1028">
                  <c:v>2017-06-25</c:v>
                </c:pt>
                <c:pt idx="1029">
                  <c:v>2017-06-26</c:v>
                </c:pt>
                <c:pt idx="1030">
                  <c:v>2017-06-27</c:v>
                </c:pt>
                <c:pt idx="1031">
                  <c:v>2017-06-28</c:v>
                </c:pt>
                <c:pt idx="1032">
                  <c:v>2017-06-29</c:v>
                </c:pt>
                <c:pt idx="1033">
                  <c:v>2017-06-30</c:v>
                </c:pt>
                <c:pt idx="1034">
                  <c:v>2017-07-01</c:v>
                </c:pt>
                <c:pt idx="1035">
                  <c:v>2017-07-02</c:v>
                </c:pt>
                <c:pt idx="1036">
                  <c:v>2017-07-03</c:v>
                </c:pt>
                <c:pt idx="1037">
                  <c:v>2017-07-04</c:v>
                </c:pt>
                <c:pt idx="1038">
                  <c:v>2017-07-05</c:v>
                </c:pt>
                <c:pt idx="1039">
                  <c:v>2017-07-06</c:v>
                </c:pt>
                <c:pt idx="1040">
                  <c:v>2017-07-07</c:v>
                </c:pt>
                <c:pt idx="1041">
                  <c:v>2017-07-08</c:v>
                </c:pt>
                <c:pt idx="1042">
                  <c:v>2017-07-09</c:v>
                </c:pt>
                <c:pt idx="1043">
                  <c:v>2017-07-10</c:v>
                </c:pt>
                <c:pt idx="1044">
                  <c:v>2017-07-11</c:v>
                </c:pt>
                <c:pt idx="1045">
                  <c:v>2017-07-12</c:v>
                </c:pt>
                <c:pt idx="1046">
                  <c:v>2017-07-13</c:v>
                </c:pt>
                <c:pt idx="1047">
                  <c:v>2017-07-14</c:v>
                </c:pt>
                <c:pt idx="1048">
                  <c:v>2017-07-15</c:v>
                </c:pt>
                <c:pt idx="1049">
                  <c:v>2017-07-16</c:v>
                </c:pt>
                <c:pt idx="1050">
                  <c:v>2017-07-17</c:v>
                </c:pt>
                <c:pt idx="1051">
                  <c:v>2017-07-18</c:v>
                </c:pt>
                <c:pt idx="1052">
                  <c:v>2017-07-19</c:v>
                </c:pt>
                <c:pt idx="1053">
                  <c:v>2017-07-20</c:v>
                </c:pt>
                <c:pt idx="1054">
                  <c:v>2017-07-21</c:v>
                </c:pt>
                <c:pt idx="1055">
                  <c:v>2017-07-22</c:v>
                </c:pt>
                <c:pt idx="1056">
                  <c:v>2017-07-23</c:v>
                </c:pt>
                <c:pt idx="1057">
                  <c:v>2017-07-24</c:v>
                </c:pt>
                <c:pt idx="1058">
                  <c:v>2017-07-25</c:v>
                </c:pt>
                <c:pt idx="1059">
                  <c:v>2017-07-26</c:v>
                </c:pt>
                <c:pt idx="1060">
                  <c:v>2017-07-27</c:v>
                </c:pt>
                <c:pt idx="1061">
                  <c:v>2017-07-28</c:v>
                </c:pt>
                <c:pt idx="1062">
                  <c:v>2017-07-29</c:v>
                </c:pt>
                <c:pt idx="1063">
                  <c:v>2017-07-30</c:v>
                </c:pt>
                <c:pt idx="1064">
                  <c:v>2017-07-31</c:v>
                </c:pt>
                <c:pt idx="1065">
                  <c:v>2017-08-01</c:v>
                </c:pt>
                <c:pt idx="1066">
                  <c:v>2017-08-02</c:v>
                </c:pt>
                <c:pt idx="1067">
                  <c:v>2017-08-03</c:v>
                </c:pt>
                <c:pt idx="1068">
                  <c:v>2017-08-04</c:v>
                </c:pt>
                <c:pt idx="1069">
                  <c:v>2017-08-05</c:v>
                </c:pt>
                <c:pt idx="1070">
                  <c:v>2017-08-06</c:v>
                </c:pt>
                <c:pt idx="1071">
                  <c:v>2017-08-07</c:v>
                </c:pt>
                <c:pt idx="1072">
                  <c:v>2017-08-08</c:v>
                </c:pt>
                <c:pt idx="1073">
                  <c:v>2017-08-09</c:v>
                </c:pt>
                <c:pt idx="1074">
                  <c:v>2017-08-10</c:v>
                </c:pt>
                <c:pt idx="1075">
                  <c:v>2017-08-11</c:v>
                </c:pt>
                <c:pt idx="1076">
                  <c:v>2017-08-12</c:v>
                </c:pt>
                <c:pt idx="1077">
                  <c:v>2017-08-13</c:v>
                </c:pt>
                <c:pt idx="1078">
                  <c:v>2017-08-14</c:v>
                </c:pt>
                <c:pt idx="1079">
                  <c:v>2017-08-15</c:v>
                </c:pt>
                <c:pt idx="1080">
                  <c:v>2017-08-16</c:v>
                </c:pt>
                <c:pt idx="1081">
                  <c:v>2017-08-17</c:v>
                </c:pt>
                <c:pt idx="1082">
                  <c:v>2017-08-18</c:v>
                </c:pt>
                <c:pt idx="1083">
                  <c:v>2017-08-19</c:v>
                </c:pt>
                <c:pt idx="1084">
                  <c:v>2017-08-20</c:v>
                </c:pt>
                <c:pt idx="1085">
                  <c:v>2017-08-21</c:v>
                </c:pt>
                <c:pt idx="1086">
                  <c:v>2017-08-22</c:v>
                </c:pt>
                <c:pt idx="1087">
                  <c:v>2017-08-23</c:v>
                </c:pt>
                <c:pt idx="1088">
                  <c:v>2017-08-24</c:v>
                </c:pt>
                <c:pt idx="1089">
                  <c:v>2017-08-25</c:v>
                </c:pt>
                <c:pt idx="1090">
                  <c:v>2017-08-26</c:v>
                </c:pt>
                <c:pt idx="1091">
                  <c:v>2017-08-27</c:v>
                </c:pt>
                <c:pt idx="1092">
                  <c:v>2017-08-28</c:v>
                </c:pt>
                <c:pt idx="1093">
                  <c:v>2017-08-29</c:v>
                </c:pt>
                <c:pt idx="1094">
                  <c:v>2017-08-30</c:v>
                </c:pt>
                <c:pt idx="1095">
                  <c:v>2017-08-31</c:v>
                </c:pt>
                <c:pt idx="1096">
                  <c:v>2017-09-01</c:v>
                </c:pt>
                <c:pt idx="1097">
                  <c:v>2017-09-02</c:v>
                </c:pt>
                <c:pt idx="1098">
                  <c:v>2017-09-03</c:v>
                </c:pt>
                <c:pt idx="1099">
                  <c:v>2017-09-04</c:v>
                </c:pt>
                <c:pt idx="1100">
                  <c:v>2017-09-05</c:v>
                </c:pt>
                <c:pt idx="1101">
                  <c:v>2017-09-06</c:v>
                </c:pt>
                <c:pt idx="1102">
                  <c:v>2017-09-07</c:v>
                </c:pt>
                <c:pt idx="1103">
                  <c:v>2017-09-08</c:v>
                </c:pt>
                <c:pt idx="1104">
                  <c:v>2017-09-09</c:v>
                </c:pt>
                <c:pt idx="1105">
                  <c:v>2017-09-10</c:v>
                </c:pt>
                <c:pt idx="1106">
                  <c:v>2017-09-11</c:v>
                </c:pt>
                <c:pt idx="1107">
                  <c:v>2017-09-12</c:v>
                </c:pt>
                <c:pt idx="1108">
                  <c:v>2017-09-13</c:v>
                </c:pt>
                <c:pt idx="1109">
                  <c:v>2017-09-14</c:v>
                </c:pt>
                <c:pt idx="1110">
                  <c:v>2017-09-15</c:v>
                </c:pt>
                <c:pt idx="1111">
                  <c:v>2017-09-16</c:v>
                </c:pt>
                <c:pt idx="1112">
                  <c:v>2017-09-17</c:v>
                </c:pt>
                <c:pt idx="1113">
                  <c:v>2017-09-18</c:v>
                </c:pt>
                <c:pt idx="1114">
                  <c:v>2017-09-19</c:v>
                </c:pt>
                <c:pt idx="1115">
                  <c:v>2017-09-20</c:v>
                </c:pt>
                <c:pt idx="1116">
                  <c:v>2017-09-21</c:v>
                </c:pt>
                <c:pt idx="1117">
                  <c:v>2017-09-22</c:v>
                </c:pt>
                <c:pt idx="1118">
                  <c:v>2017-09-23</c:v>
                </c:pt>
                <c:pt idx="1119">
                  <c:v>2017-09-24</c:v>
                </c:pt>
                <c:pt idx="1120">
                  <c:v>2017-09-25</c:v>
                </c:pt>
                <c:pt idx="1121">
                  <c:v>2017-09-26</c:v>
                </c:pt>
                <c:pt idx="1122">
                  <c:v>2017-09-27</c:v>
                </c:pt>
                <c:pt idx="1123">
                  <c:v>2017-09-28</c:v>
                </c:pt>
                <c:pt idx="1124">
                  <c:v>2017-09-29</c:v>
                </c:pt>
                <c:pt idx="1125">
                  <c:v>2017-09-30</c:v>
                </c:pt>
                <c:pt idx="1126">
                  <c:v>2017-10-01</c:v>
                </c:pt>
                <c:pt idx="1127">
                  <c:v>2017-10-02</c:v>
                </c:pt>
                <c:pt idx="1128">
                  <c:v>2017-10-03</c:v>
                </c:pt>
                <c:pt idx="1129">
                  <c:v>2017-10-04</c:v>
                </c:pt>
                <c:pt idx="1130">
                  <c:v>2017-10-05</c:v>
                </c:pt>
                <c:pt idx="1131">
                  <c:v>2017-10-06</c:v>
                </c:pt>
                <c:pt idx="1132">
                  <c:v>2017-10-07</c:v>
                </c:pt>
                <c:pt idx="1133">
                  <c:v>2017-10-08</c:v>
                </c:pt>
                <c:pt idx="1134">
                  <c:v>2017-10-09</c:v>
                </c:pt>
                <c:pt idx="1135">
                  <c:v>2017-10-10</c:v>
                </c:pt>
                <c:pt idx="1136">
                  <c:v>2017-10-11</c:v>
                </c:pt>
                <c:pt idx="1137">
                  <c:v>2017-10-12</c:v>
                </c:pt>
                <c:pt idx="1138">
                  <c:v>2017-10-13</c:v>
                </c:pt>
                <c:pt idx="1139">
                  <c:v>2017-10-14</c:v>
                </c:pt>
                <c:pt idx="1140">
                  <c:v>2017-10-15</c:v>
                </c:pt>
                <c:pt idx="1141">
                  <c:v>2017-10-16</c:v>
                </c:pt>
                <c:pt idx="1142">
                  <c:v>2017-10-17</c:v>
                </c:pt>
                <c:pt idx="1143">
                  <c:v>2017-10-18</c:v>
                </c:pt>
                <c:pt idx="1144">
                  <c:v>2017-10-19</c:v>
                </c:pt>
                <c:pt idx="1145">
                  <c:v>2017-10-20</c:v>
                </c:pt>
                <c:pt idx="1146">
                  <c:v>2017-10-21</c:v>
                </c:pt>
                <c:pt idx="1147">
                  <c:v>2017-10-22</c:v>
                </c:pt>
                <c:pt idx="1148">
                  <c:v>2017-10-23</c:v>
                </c:pt>
                <c:pt idx="1149">
                  <c:v>2017-10-24</c:v>
                </c:pt>
                <c:pt idx="1150">
                  <c:v>2017-10-25</c:v>
                </c:pt>
                <c:pt idx="1151">
                  <c:v>2017-10-26</c:v>
                </c:pt>
                <c:pt idx="1152">
                  <c:v>2017-10-27</c:v>
                </c:pt>
                <c:pt idx="1153">
                  <c:v>2017-10-28</c:v>
                </c:pt>
                <c:pt idx="1154">
                  <c:v>2017-10-29</c:v>
                </c:pt>
                <c:pt idx="1155">
                  <c:v>2017-10-30</c:v>
                </c:pt>
                <c:pt idx="1156">
                  <c:v>2017-10-31</c:v>
                </c:pt>
                <c:pt idx="1157">
                  <c:v>2017-11-01</c:v>
                </c:pt>
                <c:pt idx="1158">
                  <c:v>2017-11-02</c:v>
                </c:pt>
                <c:pt idx="1159">
                  <c:v>2017-11-03</c:v>
                </c:pt>
                <c:pt idx="1160">
                  <c:v>2017-11-04</c:v>
                </c:pt>
                <c:pt idx="1161">
                  <c:v>2017-11-05</c:v>
                </c:pt>
                <c:pt idx="1162">
                  <c:v>2017-11-06</c:v>
                </c:pt>
                <c:pt idx="1163">
                  <c:v>2017-11-07</c:v>
                </c:pt>
                <c:pt idx="1164">
                  <c:v>2017-11-08</c:v>
                </c:pt>
                <c:pt idx="1165">
                  <c:v>2017-11-09</c:v>
                </c:pt>
                <c:pt idx="1166">
                  <c:v>2017-11-10</c:v>
                </c:pt>
                <c:pt idx="1167">
                  <c:v>2017-11-11</c:v>
                </c:pt>
                <c:pt idx="1168">
                  <c:v>2017-11-12</c:v>
                </c:pt>
                <c:pt idx="1169">
                  <c:v>2017-11-13</c:v>
                </c:pt>
                <c:pt idx="1170">
                  <c:v>2017-11-14</c:v>
                </c:pt>
                <c:pt idx="1171">
                  <c:v>2017-11-15</c:v>
                </c:pt>
                <c:pt idx="1172">
                  <c:v>2017-11-16</c:v>
                </c:pt>
                <c:pt idx="1173">
                  <c:v>2017-11-17</c:v>
                </c:pt>
                <c:pt idx="1174">
                  <c:v>2017-11-18</c:v>
                </c:pt>
                <c:pt idx="1175">
                  <c:v>2017-11-19</c:v>
                </c:pt>
                <c:pt idx="1176">
                  <c:v>2017-11-20</c:v>
                </c:pt>
                <c:pt idx="1177">
                  <c:v>2017-11-21</c:v>
                </c:pt>
                <c:pt idx="1178">
                  <c:v>2017-11-22</c:v>
                </c:pt>
                <c:pt idx="1179">
                  <c:v>2017-11-23</c:v>
                </c:pt>
                <c:pt idx="1180">
                  <c:v>2017-11-24</c:v>
                </c:pt>
                <c:pt idx="1181">
                  <c:v>2017-11-25</c:v>
                </c:pt>
                <c:pt idx="1182">
                  <c:v>2017-11-26</c:v>
                </c:pt>
                <c:pt idx="1183">
                  <c:v>2017-11-27</c:v>
                </c:pt>
                <c:pt idx="1184">
                  <c:v>2017-11-28</c:v>
                </c:pt>
                <c:pt idx="1185">
                  <c:v>2017-11-29</c:v>
                </c:pt>
                <c:pt idx="1186">
                  <c:v>2017-11-30</c:v>
                </c:pt>
                <c:pt idx="1187">
                  <c:v>2017-12-01</c:v>
                </c:pt>
                <c:pt idx="1188">
                  <c:v>2017-12-02</c:v>
                </c:pt>
                <c:pt idx="1189">
                  <c:v>2017-12-03</c:v>
                </c:pt>
                <c:pt idx="1190">
                  <c:v>2017-12-04</c:v>
                </c:pt>
                <c:pt idx="1191">
                  <c:v>2017-12-05</c:v>
                </c:pt>
                <c:pt idx="1192">
                  <c:v>2017-12-06</c:v>
                </c:pt>
                <c:pt idx="1193">
                  <c:v>2017-12-07</c:v>
                </c:pt>
                <c:pt idx="1194">
                  <c:v>2017-12-08</c:v>
                </c:pt>
                <c:pt idx="1195">
                  <c:v>2017-12-09</c:v>
                </c:pt>
                <c:pt idx="1196">
                  <c:v>2017-12-10</c:v>
                </c:pt>
                <c:pt idx="1197">
                  <c:v>2017-12-11</c:v>
                </c:pt>
                <c:pt idx="1198">
                  <c:v>2017-12-12</c:v>
                </c:pt>
                <c:pt idx="1199">
                  <c:v>2017-12-13</c:v>
                </c:pt>
                <c:pt idx="1200">
                  <c:v>2017-12-14</c:v>
                </c:pt>
                <c:pt idx="1201">
                  <c:v>2017-12-15</c:v>
                </c:pt>
                <c:pt idx="1202">
                  <c:v>2017-12-16</c:v>
                </c:pt>
                <c:pt idx="1203">
                  <c:v>2017-12-17</c:v>
                </c:pt>
                <c:pt idx="1204">
                  <c:v>2017-12-18</c:v>
                </c:pt>
                <c:pt idx="1205">
                  <c:v>2017-12-19</c:v>
                </c:pt>
                <c:pt idx="1206">
                  <c:v>2017-12-20</c:v>
                </c:pt>
                <c:pt idx="1207">
                  <c:v>2017-12-21</c:v>
                </c:pt>
                <c:pt idx="1208">
                  <c:v>2017-12-22</c:v>
                </c:pt>
                <c:pt idx="1209">
                  <c:v>2017-12-23</c:v>
                </c:pt>
                <c:pt idx="1210">
                  <c:v>2017-12-24</c:v>
                </c:pt>
                <c:pt idx="1211">
                  <c:v>2017-12-25</c:v>
                </c:pt>
                <c:pt idx="1212">
                  <c:v>2017-12-26</c:v>
                </c:pt>
                <c:pt idx="1213">
                  <c:v>2017-12-27</c:v>
                </c:pt>
                <c:pt idx="1214">
                  <c:v>2017-12-28</c:v>
                </c:pt>
                <c:pt idx="1215">
                  <c:v>2017-12-29</c:v>
                </c:pt>
                <c:pt idx="1216">
                  <c:v>2017-12-30</c:v>
                </c:pt>
                <c:pt idx="1217">
                  <c:v>2017-12-31</c:v>
                </c:pt>
                <c:pt idx="1218">
                  <c:v>2018-01-01</c:v>
                </c:pt>
                <c:pt idx="1219">
                  <c:v>2018-01-02</c:v>
                </c:pt>
                <c:pt idx="1220">
                  <c:v>2018-01-03</c:v>
                </c:pt>
                <c:pt idx="1221">
                  <c:v>2018-01-04</c:v>
                </c:pt>
                <c:pt idx="1222">
                  <c:v>2018-01-05</c:v>
                </c:pt>
                <c:pt idx="1223">
                  <c:v>2018-01-06</c:v>
                </c:pt>
                <c:pt idx="1224">
                  <c:v>2018-01-07</c:v>
                </c:pt>
                <c:pt idx="1225">
                  <c:v>2018-01-08</c:v>
                </c:pt>
                <c:pt idx="1226">
                  <c:v>2018-01-09</c:v>
                </c:pt>
                <c:pt idx="1227">
                  <c:v>2018-01-10</c:v>
                </c:pt>
                <c:pt idx="1228">
                  <c:v>2018-01-11</c:v>
                </c:pt>
                <c:pt idx="1229">
                  <c:v>2018-01-12</c:v>
                </c:pt>
                <c:pt idx="1230">
                  <c:v>2018-01-13</c:v>
                </c:pt>
                <c:pt idx="1231">
                  <c:v>2018-01-14</c:v>
                </c:pt>
                <c:pt idx="1232">
                  <c:v>2018-01-15</c:v>
                </c:pt>
                <c:pt idx="1233">
                  <c:v>2018-01-16</c:v>
                </c:pt>
                <c:pt idx="1234">
                  <c:v>2018-01-17</c:v>
                </c:pt>
                <c:pt idx="1235">
                  <c:v>2018-01-18</c:v>
                </c:pt>
                <c:pt idx="1236">
                  <c:v>2018-01-19</c:v>
                </c:pt>
                <c:pt idx="1237">
                  <c:v>2018-01-20</c:v>
                </c:pt>
                <c:pt idx="1238">
                  <c:v>2018-01-21</c:v>
                </c:pt>
                <c:pt idx="1239">
                  <c:v>2018-01-22</c:v>
                </c:pt>
                <c:pt idx="1240">
                  <c:v>2018-01-23</c:v>
                </c:pt>
                <c:pt idx="1241">
                  <c:v>2018-01-24</c:v>
                </c:pt>
                <c:pt idx="1242">
                  <c:v>2018-01-25</c:v>
                </c:pt>
                <c:pt idx="1243">
                  <c:v>2018-01-26</c:v>
                </c:pt>
                <c:pt idx="1244">
                  <c:v>2018-01-27</c:v>
                </c:pt>
                <c:pt idx="1245">
                  <c:v>2018-01-28</c:v>
                </c:pt>
                <c:pt idx="1246">
                  <c:v>2018-01-29</c:v>
                </c:pt>
                <c:pt idx="1247">
                  <c:v>2018-01-30</c:v>
                </c:pt>
                <c:pt idx="1248">
                  <c:v>2018-01-31</c:v>
                </c:pt>
                <c:pt idx="1249">
                  <c:v>2018-02-01</c:v>
                </c:pt>
                <c:pt idx="1250">
                  <c:v>2018-02-02</c:v>
                </c:pt>
                <c:pt idx="1251">
                  <c:v>2018-02-03</c:v>
                </c:pt>
                <c:pt idx="1252">
                  <c:v>2018-02-04</c:v>
                </c:pt>
                <c:pt idx="1253">
                  <c:v>2018-02-05</c:v>
                </c:pt>
                <c:pt idx="1254">
                  <c:v>2018-02-06</c:v>
                </c:pt>
                <c:pt idx="1255">
                  <c:v>2018-02-07</c:v>
                </c:pt>
                <c:pt idx="1256">
                  <c:v>2018-02-08</c:v>
                </c:pt>
                <c:pt idx="1257">
                  <c:v>2018-02-09</c:v>
                </c:pt>
                <c:pt idx="1258">
                  <c:v>2018-02-10</c:v>
                </c:pt>
                <c:pt idx="1259">
                  <c:v>2018-02-11</c:v>
                </c:pt>
                <c:pt idx="1260">
                  <c:v>2018-02-12</c:v>
                </c:pt>
                <c:pt idx="1261">
                  <c:v>2018-02-13</c:v>
                </c:pt>
                <c:pt idx="1262">
                  <c:v>2018-02-14</c:v>
                </c:pt>
                <c:pt idx="1263">
                  <c:v>2018-02-15</c:v>
                </c:pt>
                <c:pt idx="1264">
                  <c:v>2018-02-16</c:v>
                </c:pt>
                <c:pt idx="1265">
                  <c:v>2018-02-17</c:v>
                </c:pt>
                <c:pt idx="1266">
                  <c:v>2018-02-18</c:v>
                </c:pt>
                <c:pt idx="1267">
                  <c:v>2018-02-19</c:v>
                </c:pt>
                <c:pt idx="1268">
                  <c:v>2018-02-20</c:v>
                </c:pt>
                <c:pt idx="1269">
                  <c:v>2018-02-21</c:v>
                </c:pt>
                <c:pt idx="1270">
                  <c:v>2018-02-22</c:v>
                </c:pt>
                <c:pt idx="1271">
                  <c:v>2018-02-23</c:v>
                </c:pt>
                <c:pt idx="1272">
                  <c:v>2018-02-24</c:v>
                </c:pt>
                <c:pt idx="1273">
                  <c:v>2018-02-25</c:v>
                </c:pt>
                <c:pt idx="1274">
                  <c:v>2018-02-26</c:v>
                </c:pt>
                <c:pt idx="1275">
                  <c:v>2018-02-27</c:v>
                </c:pt>
                <c:pt idx="1276">
                  <c:v>2018-02-28</c:v>
                </c:pt>
                <c:pt idx="1277">
                  <c:v>2018-03-01</c:v>
                </c:pt>
                <c:pt idx="1278">
                  <c:v>2018-03-02</c:v>
                </c:pt>
                <c:pt idx="1279">
                  <c:v>2018-03-03</c:v>
                </c:pt>
                <c:pt idx="1280">
                  <c:v>2018-03-04</c:v>
                </c:pt>
                <c:pt idx="1281">
                  <c:v>2018-03-05</c:v>
                </c:pt>
                <c:pt idx="1282">
                  <c:v>2018-03-06</c:v>
                </c:pt>
                <c:pt idx="1283">
                  <c:v>2018-03-07</c:v>
                </c:pt>
                <c:pt idx="1284">
                  <c:v>2018-03-08</c:v>
                </c:pt>
                <c:pt idx="1285">
                  <c:v>2018-03-09</c:v>
                </c:pt>
                <c:pt idx="1286">
                  <c:v>2018-03-10</c:v>
                </c:pt>
                <c:pt idx="1287">
                  <c:v>2018-03-11</c:v>
                </c:pt>
                <c:pt idx="1288">
                  <c:v>2018-03-12</c:v>
                </c:pt>
                <c:pt idx="1289">
                  <c:v>2018-03-13</c:v>
                </c:pt>
                <c:pt idx="1290">
                  <c:v>2018-03-14</c:v>
                </c:pt>
                <c:pt idx="1291">
                  <c:v>2018-03-15</c:v>
                </c:pt>
                <c:pt idx="1292">
                  <c:v>2018-03-16</c:v>
                </c:pt>
                <c:pt idx="1293">
                  <c:v>2018-03-17</c:v>
                </c:pt>
                <c:pt idx="1294">
                  <c:v>2018-03-18</c:v>
                </c:pt>
                <c:pt idx="1295">
                  <c:v>2018-03-19</c:v>
                </c:pt>
                <c:pt idx="1296">
                  <c:v>2018-03-20</c:v>
                </c:pt>
                <c:pt idx="1297">
                  <c:v>2018-03-21</c:v>
                </c:pt>
                <c:pt idx="1298">
                  <c:v>2018-03-22</c:v>
                </c:pt>
                <c:pt idx="1299">
                  <c:v>2018-03-23</c:v>
                </c:pt>
                <c:pt idx="1300">
                  <c:v>2018-03-24</c:v>
                </c:pt>
                <c:pt idx="1301">
                  <c:v>2018-03-25</c:v>
                </c:pt>
                <c:pt idx="1302">
                  <c:v>2018-03-26</c:v>
                </c:pt>
                <c:pt idx="1303">
                  <c:v>2018-03-27</c:v>
                </c:pt>
                <c:pt idx="1304">
                  <c:v>2018-03-28</c:v>
                </c:pt>
                <c:pt idx="1305">
                  <c:v>2018-03-29</c:v>
                </c:pt>
                <c:pt idx="1306">
                  <c:v>2018-03-30</c:v>
                </c:pt>
                <c:pt idx="1307">
                  <c:v>2018-03-31</c:v>
                </c:pt>
                <c:pt idx="1308">
                  <c:v>2018-04-01</c:v>
                </c:pt>
                <c:pt idx="1309">
                  <c:v>2018-04-02</c:v>
                </c:pt>
                <c:pt idx="1310">
                  <c:v>2018-04-03</c:v>
                </c:pt>
                <c:pt idx="1311">
                  <c:v>2018-04-04</c:v>
                </c:pt>
                <c:pt idx="1312">
                  <c:v>2018-04-05</c:v>
                </c:pt>
                <c:pt idx="1313">
                  <c:v>2018-04-06</c:v>
                </c:pt>
                <c:pt idx="1314">
                  <c:v>2018-04-07</c:v>
                </c:pt>
                <c:pt idx="1315">
                  <c:v>2018-04-08</c:v>
                </c:pt>
                <c:pt idx="1316">
                  <c:v>2018-04-09</c:v>
                </c:pt>
                <c:pt idx="1317">
                  <c:v>2018-04-10</c:v>
                </c:pt>
                <c:pt idx="1318">
                  <c:v>2018-04-11</c:v>
                </c:pt>
                <c:pt idx="1319">
                  <c:v>2018-04-12</c:v>
                </c:pt>
                <c:pt idx="1320">
                  <c:v>2018-04-13</c:v>
                </c:pt>
                <c:pt idx="1321">
                  <c:v>2018-04-14</c:v>
                </c:pt>
                <c:pt idx="1322">
                  <c:v>2018-04-15</c:v>
                </c:pt>
                <c:pt idx="1323">
                  <c:v>2018-04-16</c:v>
                </c:pt>
                <c:pt idx="1324">
                  <c:v>2018-04-17</c:v>
                </c:pt>
                <c:pt idx="1325">
                  <c:v>2018-04-18</c:v>
                </c:pt>
                <c:pt idx="1326">
                  <c:v>2018-04-19</c:v>
                </c:pt>
                <c:pt idx="1327">
                  <c:v>2018-04-20</c:v>
                </c:pt>
                <c:pt idx="1328">
                  <c:v>2018-04-21</c:v>
                </c:pt>
                <c:pt idx="1329">
                  <c:v>2018-04-22</c:v>
                </c:pt>
                <c:pt idx="1330">
                  <c:v>2018-04-23</c:v>
                </c:pt>
                <c:pt idx="1331">
                  <c:v>2018-04-24</c:v>
                </c:pt>
                <c:pt idx="1332">
                  <c:v>2018-04-25</c:v>
                </c:pt>
                <c:pt idx="1333">
                  <c:v>2018-04-26</c:v>
                </c:pt>
                <c:pt idx="1334">
                  <c:v>2018-04-27</c:v>
                </c:pt>
                <c:pt idx="1335">
                  <c:v>2018-04-28</c:v>
                </c:pt>
                <c:pt idx="1336">
                  <c:v>2018-04-29</c:v>
                </c:pt>
                <c:pt idx="1337">
                  <c:v>2018-04-30</c:v>
                </c:pt>
                <c:pt idx="1338">
                  <c:v>2018-05-01</c:v>
                </c:pt>
                <c:pt idx="1339">
                  <c:v>2018-05-02</c:v>
                </c:pt>
                <c:pt idx="1340">
                  <c:v>2018-05-03</c:v>
                </c:pt>
                <c:pt idx="1341">
                  <c:v>2018-05-04</c:v>
                </c:pt>
                <c:pt idx="1342">
                  <c:v>2018-05-05</c:v>
                </c:pt>
                <c:pt idx="1343">
                  <c:v>2018-05-06</c:v>
                </c:pt>
                <c:pt idx="1344">
                  <c:v>2018-05-07</c:v>
                </c:pt>
                <c:pt idx="1345">
                  <c:v>2018-05-08</c:v>
                </c:pt>
                <c:pt idx="1346">
                  <c:v>2018-05-09</c:v>
                </c:pt>
                <c:pt idx="1347">
                  <c:v>2018-05-10</c:v>
                </c:pt>
                <c:pt idx="1348">
                  <c:v>2018-05-11</c:v>
                </c:pt>
                <c:pt idx="1349">
                  <c:v>2018-05-12</c:v>
                </c:pt>
                <c:pt idx="1350">
                  <c:v>2018-05-13</c:v>
                </c:pt>
                <c:pt idx="1351">
                  <c:v>2018-05-14</c:v>
                </c:pt>
                <c:pt idx="1352">
                  <c:v>2018-05-15</c:v>
                </c:pt>
                <c:pt idx="1353">
                  <c:v>2018-05-16</c:v>
                </c:pt>
                <c:pt idx="1354">
                  <c:v>2018-05-17</c:v>
                </c:pt>
                <c:pt idx="1355">
                  <c:v>2018-05-18</c:v>
                </c:pt>
                <c:pt idx="1356">
                  <c:v>2018-05-19</c:v>
                </c:pt>
                <c:pt idx="1357">
                  <c:v>2018-05-20</c:v>
                </c:pt>
                <c:pt idx="1358">
                  <c:v>2018-05-21</c:v>
                </c:pt>
                <c:pt idx="1359">
                  <c:v>2018-05-22</c:v>
                </c:pt>
                <c:pt idx="1360">
                  <c:v>2018-05-23</c:v>
                </c:pt>
                <c:pt idx="1361">
                  <c:v>2018-05-24</c:v>
                </c:pt>
                <c:pt idx="1362">
                  <c:v>2018-05-25</c:v>
                </c:pt>
                <c:pt idx="1363">
                  <c:v>2018-05-26</c:v>
                </c:pt>
                <c:pt idx="1364">
                  <c:v>2018-05-27</c:v>
                </c:pt>
                <c:pt idx="1365">
                  <c:v>2018-05-28</c:v>
                </c:pt>
                <c:pt idx="1366">
                  <c:v>2018-05-29</c:v>
                </c:pt>
                <c:pt idx="1367">
                  <c:v>2018-05-30</c:v>
                </c:pt>
                <c:pt idx="1368">
                  <c:v>2018-05-31</c:v>
                </c:pt>
                <c:pt idx="1369">
                  <c:v>2018-06-01</c:v>
                </c:pt>
                <c:pt idx="1370">
                  <c:v>2018-06-02</c:v>
                </c:pt>
                <c:pt idx="1371">
                  <c:v>2018-06-03</c:v>
                </c:pt>
                <c:pt idx="1372">
                  <c:v>2018-06-04</c:v>
                </c:pt>
                <c:pt idx="1373">
                  <c:v>2018-06-05</c:v>
                </c:pt>
                <c:pt idx="1374">
                  <c:v>2018-06-06</c:v>
                </c:pt>
                <c:pt idx="1375">
                  <c:v>2018-06-07</c:v>
                </c:pt>
                <c:pt idx="1376">
                  <c:v>2018-06-08</c:v>
                </c:pt>
                <c:pt idx="1377">
                  <c:v>2018-06-09</c:v>
                </c:pt>
                <c:pt idx="1378">
                  <c:v>2018-06-10</c:v>
                </c:pt>
                <c:pt idx="1379">
                  <c:v>2018-06-11</c:v>
                </c:pt>
                <c:pt idx="1380">
                  <c:v>2018-06-12</c:v>
                </c:pt>
                <c:pt idx="1381">
                  <c:v>2018-06-13</c:v>
                </c:pt>
                <c:pt idx="1382">
                  <c:v>2018-06-14</c:v>
                </c:pt>
                <c:pt idx="1383">
                  <c:v>2018-06-15</c:v>
                </c:pt>
                <c:pt idx="1384">
                  <c:v>2018-06-16</c:v>
                </c:pt>
                <c:pt idx="1385">
                  <c:v>2018-06-17</c:v>
                </c:pt>
                <c:pt idx="1386">
                  <c:v>2018-06-18</c:v>
                </c:pt>
                <c:pt idx="1387">
                  <c:v>2018-06-19</c:v>
                </c:pt>
                <c:pt idx="1388">
                  <c:v>2018-06-20</c:v>
                </c:pt>
                <c:pt idx="1389">
                  <c:v>2018-06-21</c:v>
                </c:pt>
                <c:pt idx="1390">
                  <c:v>2018-06-22</c:v>
                </c:pt>
                <c:pt idx="1391">
                  <c:v>2018-06-23</c:v>
                </c:pt>
                <c:pt idx="1392">
                  <c:v>2018-06-24</c:v>
                </c:pt>
                <c:pt idx="1393">
                  <c:v>2018-06-25</c:v>
                </c:pt>
                <c:pt idx="1394">
                  <c:v>2018-06-26</c:v>
                </c:pt>
                <c:pt idx="1395">
                  <c:v>2018-06-27</c:v>
                </c:pt>
                <c:pt idx="1396">
                  <c:v>2018-06-28</c:v>
                </c:pt>
                <c:pt idx="1397">
                  <c:v>2018-06-29</c:v>
                </c:pt>
                <c:pt idx="1398">
                  <c:v>2018-06-30</c:v>
                </c:pt>
                <c:pt idx="1399">
                  <c:v>2018-07-01</c:v>
                </c:pt>
                <c:pt idx="1400">
                  <c:v>2018-07-02</c:v>
                </c:pt>
                <c:pt idx="1401">
                  <c:v>2018-07-03</c:v>
                </c:pt>
                <c:pt idx="1402">
                  <c:v>2018-07-04</c:v>
                </c:pt>
                <c:pt idx="1403">
                  <c:v>2018-07-05</c:v>
                </c:pt>
                <c:pt idx="1404">
                  <c:v>2018-07-06</c:v>
                </c:pt>
                <c:pt idx="1405">
                  <c:v>2018-07-07</c:v>
                </c:pt>
                <c:pt idx="1406">
                  <c:v>2018-07-08</c:v>
                </c:pt>
                <c:pt idx="1407">
                  <c:v>2018-07-09</c:v>
                </c:pt>
                <c:pt idx="1408">
                  <c:v>2018-07-10</c:v>
                </c:pt>
                <c:pt idx="1409">
                  <c:v>2018-07-11</c:v>
                </c:pt>
                <c:pt idx="1410">
                  <c:v>2018-07-12</c:v>
                </c:pt>
                <c:pt idx="1411">
                  <c:v>2018-07-13</c:v>
                </c:pt>
                <c:pt idx="1412">
                  <c:v>2018-07-14</c:v>
                </c:pt>
                <c:pt idx="1413">
                  <c:v>2018-07-15</c:v>
                </c:pt>
                <c:pt idx="1414">
                  <c:v>2018-07-16</c:v>
                </c:pt>
                <c:pt idx="1415">
                  <c:v>2018-07-17</c:v>
                </c:pt>
                <c:pt idx="1416">
                  <c:v>2018-07-18</c:v>
                </c:pt>
                <c:pt idx="1417">
                  <c:v>2018-07-19</c:v>
                </c:pt>
                <c:pt idx="1418">
                  <c:v>2018-07-20</c:v>
                </c:pt>
                <c:pt idx="1419">
                  <c:v>2018-07-21</c:v>
                </c:pt>
                <c:pt idx="1420">
                  <c:v>2018-07-22</c:v>
                </c:pt>
                <c:pt idx="1421">
                  <c:v>2018-07-23</c:v>
                </c:pt>
                <c:pt idx="1422">
                  <c:v>2018-07-24</c:v>
                </c:pt>
                <c:pt idx="1423">
                  <c:v>2018-07-25</c:v>
                </c:pt>
                <c:pt idx="1424">
                  <c:v>2018-07-26</c:v>
                </c:pt>
                <c:pt idx="1425">
                  <c:v>2018-07-27</c:v>
                </c:pt>
                <c:pt idx="1426">
                  <c:v>2018-07-28</c:v>
                </c:pt>
                <c:pt idx="1427">
                  <c:v>2018-07-29</c:v>
                </c:pt>
                <c:pt idx="1428">
                  <c:v>2018-07-30</c:v>
                </c:pt>
                <c:pt idx="1429">
                  <c:v>2018-07-31</c:v>
                </c:pt>
                <c:pt idx="1430">
                  <c:v>2018-08-01</c:v>
                </c:pt>
                <c:pt idx="1431">
                  <c:v>2018-08-02</c:v>
                </c:pt>
                <c:pt idx="1432">
                  <c:v>2018-08-03</c:v>
                </c:pt>
                <c:pt idx="1433">
                  <c:v>2018-08-04</c:v>
                </c:pt>
                <c:pt idx="1434">
                  <c:v>2018-08-05</c:v>
                </c:pt>
                <c:pt idx="1435">
                  <c:v>2018-08-06</c:v>
                </c:pt>
                <c:pt idx="1436">
                  <c:v>2018-08-07</c:v>
                </c:pt>
                <c:pt idx="1437">
                  <c:v>2018-08-08</c:v>
                </c:pt>
                <c:pt idx="1438">
                  <c:v>2018-08-09</c:v>
                </c:pt>
                <c:pt idx="1439">
                  <c:v>2018-08-10</c:v>
                </c:pt>
                <c:pt idx="1440">
                  <c:v>2018-08-11</c:v>
                </c:pt>
                <c:pt idx="1441">
                  <c:v>2018-08-12</c:v>
                </c:pt>
                <c:pt idx="1442">
                  <c:v>2018-08-13</c:v>
                </c:pt>
                <c:pt idx="1443">
                  <c:v>2018-08-14</c:v>
                </c:pt>
                <c:pt idx="1444">
                  <c:v>2018-08-15</c:v>
                </c:pt>
                <c:pt idx="1445">
                  <c:v>2018-08-16</c:v>
                </c:pt>
                <c:pt idx="1446">
                  <c:v>2018-08-17</c:v>
                </c:pt>
                <c:pt idx="1447">
                  <c:v>2018-08-18</c:v>
                </c:pt>
                <c:pt idx="1448">
                  <c:v>2018-08-19</c:v>
                </c:pt>
                <c:pt idx="1449">
                  <c:v>2018-08-20</c:v>
                </c:pt>
                <c:pt idx="1450">
                  <c:v>2018-08-21</c:v>
                </c:pt>
                <c:pt idx="1451">
                  <c:v>2018-08-22</c:v>
                </c:pt>
                <c:pt idx="1452">
                  <c:v>2018-08-23</c:v>
                </c:pt>
                <c:pt idx="1453">
                  <c:v>2018-08-24</c:v>
                </c:pt>
                <c:pt idx="1454">
                  <c:v>2018-08-25</c:v>
                </c:pt>
                <c:pt idx="1455">
                  <c:v>2018-08-26</c:v>
                </c:pt>
                <c:pt idx="1456">
                  <c:v>2018-08-27</c:v>
                </c:pt>
                <c:pt idx="1457">
                  <c:v>2018-08-28</c:v>
                </c:pt>
                <c:pt idx="1458">
                  <c:v>2018-08-29</c:v>
                </c:pt>
                <c:pt idx="1459">
                  <c:v>2018-08-30</c:v>
                </c:pt>
                <c:pt idx="1460">
                  <c:v>2018-08-31</c:v>
                </c:pt>
                <c:pt idx="1461">
                  <c:v>2018-09-01</c:v>
                </c:pt>
                <c:pt idx="1462">
                  <c:v>2018-09-02</c:v>
                </c:pt>
                <c:pt idx="1463">
                  <c:v>2018-09-03</c:v>
                </c:pt>
                <c:pt idx="1464">
                  <c:v>2018-09-04</c:v>
                </c:pt>
                <c:pt idx="1465">
                  <c:v>2018-09-05</c:v>
                </c:pt>
                <c:pt idx="1466">
                  <c:v>2018-09-06</c:v>
                </c:pt>
                <c:pt idx="1467">
                  <c:v>2018-09-07</c:v>
                </c:pt>
                <c:pt idx="1468">
                  <c:v>2018-09-08</c:v>
                </c:pt>
                <c:pt idx="1469">
                  <c:v>2018-09-09</c:v>
                </c:pt>
                <c:pt idx="1470">
                  <c:v>2018-09-10</c:v>
                </c:pt>
                <c:pt idx="1471">
                  <c:v>2018-09-11</c:v>
                </c:pt>
                <c:pt idx="1472">
                  <c:v>2018-09-12</c:v>
                </c:pt>
                <c:pt idx="1473">
                  <c:v>2018-09-13</c:v>
                </c:pt>
                <c:pt idx="1474">
                  <c:v>2018-09-14</c:v>
                </c:pt>
                <c:pt idx="1475">
                  <c:v>2018-09-15</c:v>
                </c:pt>
                <c:pt idx="1476">
                  <c:v>2018-09-16</c:v>
                </c:pt>
                <c:pt idx="1477">
                  <c:v>2018-09-17</c:v>
                </c:pt>
                <c:pt idx="1478">
                  <c:v>2018-09-18</c:v>
                </c:pt>
                <c:pt idx="1479">
                  <c:v>2018-09-19</c:v>
                </c:pt>
                <c:pt idx="1480">
                  <c:v>2018-09-20</c:v>
                </c:pt>
                <c:pt idx="1481">
                  <c:v>2018-09-21</c:v>
                </c:pt>
                <c:pt idx="1482">
                  <c:v>2018-09-22</c:v>
                </c:pt>
                <c:pt idx="1483">
                  <c:v>2018-09-23</c:v>
                </c:pt>
                <c:pt idx="1484">
                  <c:v>2018-09-24</c:v>
                </c:pt>
                <c:pt idx="1485">
                  <c:v>2018-09-25</c:v>
                </c:pt>
                <c:pt idx="1486">
                  <c:v>2018-09-26</c:v>
                </c:pt>
                <c:pt idx="1487">
                  <c:v>2018-09-27</c:v>
                </c:pt>
                <c:pt idx="1488">
                  <c:v>2018-09-28</c:v>
                </c:pt>
                <c:pt idx="1489">
                  <c:v>2018-09-29</c:v>
                </c:pt>
                <c:pt idx="1490">
                  <c:v>2018-09-30</c:v>
                </c:pt>
                <c:pt idx="1491">
                  <c:v>2018-10-01</c:v>
                </c:pt>
                <c:pt idx="1492">
                  <c:v>2018-10-02</c:v>
                </c:pt>
                <c:pt idx="1493">
                  <c:v>2018-10-03</c:v>
                </c:pt>
                <c:pt idx="1494">
                  <c:v>2018-10-04</c:v>
                </c:pt>
                <c:pt idx="1495">
                  <c:v>2018-10-05</c:v>
                </c:pt>
                <c:pt idx="1496">
                  <c:v>2018-10-06</c:v>
                </c:pt>
                <c:pt idx="1497">
                  <c:v>2018-10-07</c:v>
                </c:pt>
                <c:pt idx="1498">
                  <c:v>2018-10-08</c:v>
                </c:pt>
                <c:pt idx="1499">
                  <c:v>2018-10-09</c:v>
                </c:pt>
                <c:pt idx="1500">
                  <c:v>2018-10-10</c:v>
                </c:pt>
                <c:pt idx="1501">
                  <c:v>2018-10-11</c:v>
                </c:pt>
                <c:pt idx="1502">
                  <c:v>2018-10-12</c:v>
                </c:pt>
                <c:pt idx="1503">
                  <c:v>2018-10-13</c:v>
                </c:pt>
                <c:pt idx="1504">
                  <c:v>2018-10-14</c:v>
                </c:pt>
                <c:pt idx="1505">
                  <c:v>2018-10-15</c:v>
                </c:pt>
                <c:pt idx="1506">
                  <c:v>2018-10-16</c:v>
                </c:pt>
                <c:pt idx="1507">
                  <c:v>2018-10-17</c:v>
                </c:pt>
                <c:pt idx="1508">
                  <c:v>2018-10-18</c:v>
                </c:pt>
                <c:pt idx="1509">
                  <c:v>2018-10-19</c:v>
                </c:pt>
                <c:pt idx="1510">
                  <c:v>2018-10-20</c:v>
                </c:pt>
                <c:pt idx="1511">
                  <c:v>2018-10-21</c:v>
                </c:pt>
                <c:pt idx="1512">
                  <c:v>2018-10-22</c:v>
                </c:pt>
                <c:pt idx="1513">
                  <c:v>2018-10-23</c:v>
                </c:pt>
                <c:pt idx="1514">
                  <c:v>2018-10-24</c:v>
                </c:pt>
                <c:pt idx="1515">
                  <c:v>2018-10-25</c:v>
                </c:pt>
                <c:pt idx="1516">
                  <c:v>2018-10-26</c:v>
                </c:pt>
                <c:pt idx="1517">
                  <c:v>2018-10-27</c:v>
                </c:pt>
                <c:pt idx="1518">
                  <c:v>2018-10-28</c:v>
                </c:pt>
                <c:pt idx="1519">
                  <c:v>2018-10-29</c:v>
                </c:pt>
                <c:pt idx="1520">
                  <c:v>2018-10-30</c:v>
                </c:pt>
                <c:pt idx="1521">
                  <c:v>2018-10-31</c:v>
                </c:pt>
                <c:pt idx="1522">
                  <c:v>2018-11-01</c:v>
                </c:pt>
                <c:pt idx="1523">
                  <c:v>2018-11-02</c:v>
                </c:pt>
                <c:pt idx="1524">
                  <c:v>2018-11-03</c:v>
                </c:pt>
                <c:pt idx="1525">
                  <c:v>2018-11-04</c:v>
                </c:pt>
                <c:pt idx="1526">
                  <c:v>2018-11-05</c:v>
                </c:pt>
                <c:pt idx="1527">
                  <c:v>2018-11-06</c:v>
                </c:pt>
                <c:pt idx="1528">
                  <c:v>2018-11-07</c:v>
                </c:pt>
                <c:pt idx="1529">
                  <c:v>2018-11-08</c:v>
                </c:pt>
                <c:pt idx="1530">
                  <c:v>2018-11-09</c:v>
                </c:pt>
                <c:pt idx="1531">
                  <c:v>2018-11-10</c:v>
                </c:pt>
                <c:pt idx="1532">
                  <c:v>2018-11-11</c:v>
                </c:pt>
                <c:pt idx="1533">
                  <c:v>2018-11-12</c:v>
                </c:pt>
                <c:pt idx="1534">
                  <c:v>2018-11-13</c:v>
                </c:pt>
                <c:pt idx="1535">
                  <c:v>2018-11-14</c:v>
                </c:pt>
                <c:pt idx="1536">
                  <c:v>2018-11-15</c:v>
                </c:pt>
                <c:pt idx="1537">
                  <c:v>2018-11-16</c:v>
                </c:pt>
                <c:pt idx="1538">
                  <c:v>2018-11-17</c:v>
                </c:pt>
                <c:pt idx="1539">
                  <c:v>2018-11-18</c:v>
                </c:pt>
                <c:pt idx="1540">
                  <c:v>2018-11-19</c:v>
                </c:pt>
                <c:pt idx="1541">
                  <c:v>2018-11-20</c:v>
                </c:pt>
                <c:pt idx="1542">
                  <c:v>2018-11-21</c:v>
                </c:pt>
                <c:pt idx="1543">
                  <c:v>2018-11-22</c:v>
                </c:pt>
                <c:pt idx="1544">
                  <c:v>2018-11-23</c:v>
                </c:pt>
                <c:pt idx="1545">
                  <c:v>2018-11-24</c:v>
                </c:pt>
                <c:pt idx="1546">
                  <c:v>2018-11-25</c:v>
                </c:pt>
                <c:pt idx="1547">
                  <c:v>2018-11-26</c:v>
                </c:pt>
                <c:pt idx="1548">
                  <c:v>2018-11-27</c:v>
                </c:pt>
                <c:pt idx="1549">
                  <c:v>2018-11-28</c:v>
                </c:pt>
                <c:pt idx="1550">
                  <c:v>2018-11-29</c:v>
                </c:pt>
                <c:pt idx="1551">
                  <c:v>2018-11-30</c:v>
                </c:pt>
                <c:pt idx="1552">
                  <c:v>2018-12-01</c:v>
                </c:pt>
                <c:pt idx="1553">
                  <c:v>2018-12-02</c:v>
                </c:pt>
                <c:pt idx="1554">
                  <c:v>2018-12-03</c:v>
                </c:pt>
                <c:pt idx="1555">
                  <c:v>2018-12-04</c:v>
                </c:pt>
                <c:pt idx="1556">
                  <c:v>2018-12-05</c:v>
                </c:pt>
                <c:pt idx="1557">
                  <c:v>2018-12-06</c:v>
                </c:pt>
                <c:pt idx="1558">
                  <c:v>2018-12-07</c:v>
                </c:pt>
                <c:pt idx="1559">
                  <c:v>2018-12-08</c:v>
                </c:pt>
                <c:pt idx="1560">
                  <c:v>2018-12-09</c:v>
                </c:pt>
                <c:pt idx="1561">
                  <c:v>2018-12-10</c:v>
                </c:pt>
                <c:pt idx="1562">
                  <c:v>2018-12-11</c:v>
                </c:pt>
                <c:pt idx="1563">
                  <c:v>2018-12-12</c:v>
                </c:pt>
                <c:pt idx="1564">
                  <c:v>2018-12-13</c:v>
                </c:pt>
                <c:pt idx="1565">
                  <c:v>2018-12-14</c:v>
                </c:pt>
                <c:pt idx="1566">
                  <c:v>2018-12-15</c:v>
                </c:pt>
                <c:pt idx="1567">
                  <c:v>2018-12-16</c:v>
                </c:pt>
                <c:pt idx="1568">
                  <c:v>2018-12-17</c:v>
                </c:pt>
                <c:pt idx="1569">
                  <c:v>2018-12-18</c:v>
                </c:pt>
                <c:pt idx="1570">
                  <c:v>2018-12-19</c:v>
                </c:pt>
                <c:pt idx="1571">
                  <c:v>2018-12-20</c:v>
                </c:pt>
                <c:pt idx="1572">
                  <c:v>2018-12-21</c:v>
                </c:pt>
                <c:pt idx="1573">
                  <c:v>2018-12-22</c:v>
                </c:pt>
                <c:pt idx="1574">
                  <c:v>2018-12-23</c:v>
                </c:pt>
                <c:pt idx="1575">
                  <c:v>2018-12-24</c:v>
                </c:pt>
                <c:pt idx="1576">
                  <c:v>2018-12-25</c:v>
                </c:pt>
                <c:pt idx="1577">
                  <c:v>2018-12-26</c:v>
                </c:pt>
                <c:pt idx="1578">
                  <c:v>2018-12-27</c:v>
                </c:pt>
                <c:pt idx="1579">
                  <c:v>2018-12-28</c:v>
                </c:pt>
                <c:pt idx="1580">
                  <c:v>2018-12-29</c:v>
                </c:pt>
                <c:pt idx="1581">
                  <c:v>2018-12-30</c:v>
                </c:pt>
                <c:pt idx="1582">
                  <c:v>2018-12-31</c:v>
                </c:pt>
                <c:pt idx="1583">
                  <c:v>2019-01-01</c:v>
                </c:pt>
                <c:pt idx="1584">
                  <c:v>2019-01-02</c:v>
                </c:pt>
                <c:pt idx="1585">
                  <c:v>2019-01-03</c:v>
                </c:pt>
                <c:pt idx="1586">
                  <c:v>2019-01-04</c:v>
                </c:pt>
                <c:pt idx="1587">
                  <c:v>2019-01-05</c:v>
                </c:pt>
                <c:pt idx="1588">
                  <c:v>2019-01-06</c:v>
                </c:pt>
                <c:pt idx="1589">
                  <c:v>2019-01-07</c:v>
                </c:pt>
                <c:pt idx="1590">
                  <c:v>2019-01-08</c:v>
                </c:pt>
                <c:pt idx="1591">
                  <c:v>2019-01-09</c:v>
                </c:pt>
                <c:pt idx="1592">
                  <c:v>2019-01-10</c:v>
                </c:pt>
                <c:pt idx="1593">
                  <c:v>2019-01-11</c:v>
                </c:pt>
                <c:pt idx="1594">
                  <c:v>2019-01-12</c:v>
                </c:pt>
                <c:pt idx="1595">
                  <c:v>2019-01-13</c:v>
                </c:pt>
                <c:pt idx="1596">
                  <c:v>2019-01-14</c:v>
                </c:pt>
                <c:pt idx="1597">
                  <c:v>2019-01-15</c:v>
                </c:pt>
                <c:pt idx="1598">
                  <c:v>2019-01-16</c:v>
                </c:pt>
                <c:pt idx="1599">
                  <c:v>2019-01-17</c:v>
                </c:pt>
                <c:pt idx="1600">
                  <c:v>2019-01-18</c:v>
                </c:pt>
                <c:pt idx="1601">
                  <c:v>2019-01-19</c:v>
                </c:pt>
                <c:pt idx="1602">
                  <c:v>2019-01-20</c:v>
                </c:pt>
                <c:pt idx="1603">
                  <c:v>2019-01-21</c:v>
                </c:pt>
                <c:pt idx="1604">
                  <c:v>2019-01-22</c:v>
                </c:pt>
                <c:pt idx="1605">
                  <c:v>2019-01-23</c:v>
                </c:pt>
                <c:pt idx="1606">
                  <c:v>2019-01-24</c:v>
                </c:pt>
                <c:pt idx="1607">
                  <c:v>2019-01-25</c:v>
                </c:pt>
                <c:pt idx="1608">
                  <c:v>2019-01-26</c:v>
                </c:pt>
                <c:pt idx="1609">
                  <c:v>2019-01-27</c:v>
                </c:pt>
                <c:pt idx="1610">
                  <c:v>2019-01-28</c:v>
                </c:pt>
                <c:pt idx="1611">
                  <c:v>2019-01-29</c:v>
                </c:pt>
                <c:pt idx="1612">
                  <c:v>2019-01-30</c:v>
                </c:pt>
                <c:pt idx="1613">
                  <c:v>2019-01-31</c:v>
                </c:pt>
                <c:pt idx="1614">
                  <c:v>2019-02-01</c:v>
                </c:pt>
                <c:pt idx="1615">
                  <c:v>2019-02-02</c:v>
                </c:pt>
                <c:pt idx="1616">
                  <c:v>2019-02-03</c:v>
                </c:pt>
                <c:pt idx="1617">
                  <c:v>2019-02-04</c:v>
                </c:pt>
                <c:pt idx="1618">
                  <c:v>2019-02-05</c:v>
                </c:pt>
                <c:pt idx="1619">
                  <c:v>2019-02-06</c:v>
                </c:pt>
                <c:pt idx="1620">
                  <c:v>2019-02-07</c:v>
                </c:pt>
                <c:pt idx="1621">
                  <c:v>2019-02-08</c:v>
                </c:pt>
                <c:pt idx="1622">
                  <c:v>2019-02-09</c:v>
                </c:pt>
                <c:pt idx="1623">
                  <c:v>2019-02-10</c:v>
                </c:pt>
                <c:pt idx="1624">
                  <c:v>2019-02-11</c:v>
                </c:pt>
                <c:pt idx="1625">
                  <c:v>2019-02-12</c:v>
                </c:pt>
                <c:pt idx="1626">
                  <c:v>2019-02-13</c:v>
                </c:pt>
                <c:pt idx="1627">
                  <c:v>2019-02-14</c:v>
                </c:pt>
                <c:pt idx="1628">
                  <c:v>2019-02-15</c:v>
                </c:pt>
                <c:pt idx="1629">
                  <c:v>2019-02-16</c:v>
                </c:pt>
                <c:pt idx="1630">
                  <c:v>2019-02-17</c:v>
                </c:pt>
                <c:pt idx="1631">
                  <c:v>2019-02-18</c:v>
                </c:pt>
                <c:pt idx="1632">
                  <c:v>2019-02-19</c:v>
                </c:pt>
                <c:pt idx="1633">
                  <c:v>2019-02-20</c:v>
                </c:pt>
                <c:pt idx="1634">
                  <c:v>2019-02-21</c:v>
                </c:pt>
                <c:pt idx="1635">
                  <c:v>2019-02-22</c:v>
                </c:pt>
                <c:pt idx="1636">
                  <c:v>2019-02-23</c:v>
                </c:pt>
                <c:pt idx="1637">
                  <c:v>2019-02-24</c:v>
                </c:pt>
                <c:pt idx="1638">
                  <c:v>2019-02-25</c:v>
                </c:pt>
                <c:pt idx="1639">
                  <c:v>2019-02-26</c:v>
                </c:pt>
                <c:pt idx="1640">
                  <c:v>2019-02-27</c:v>
                </c:pt>
                <c:pt idx="1641">
                  <c:v>2019-02-28</c:v>
                </c:pt>
                <c:pt idx="1642">
                  <c:v>2019-03-01</c:v>
                </c:pt>
                <c:pt idx="1643">
                  <c:v>2019-03-02</c:v>
                </c:pt>
                <c:pt idx="1644">
                  <c:v>2019-03-03</c:v>
                </c:pt>
                <c:pt idx="1645">
                  <c:v>2019-03-04</c:v>
                </c:pt>
                <c:pt idx="1646">
                  <c:v>2019-03-05</c:v>
                </c:pt>
                <c:pt idx="1647">
                  <c:v>2019-03-06</c:v>
                </c:pt>
                <c:pt idx="1648">
                  <c:v>2019-03-07</c:v>
                </c:pt>
                <c:pt idx="1649">
                  <c:v>2019-03-08</c:v>
                </c:pt>
                <c:pt idx="1650">
                  <c:v>2019-03-09</c:v>
                </c:pt>
                <c:pt idx="1651">
                  <c:v>2019-03-10</c:v>
                </c:pt>
                <c:pt idx="1652">
                  <c:v>2019-03-11</c:v>
                </c:pt>
                <c:pt idx="1653">
                  <c:v>2019-03-12</c:v>
                </c:pt>
                <c:pt idx="1654">
                  <c:v>2019-03-13</c:v>
                </c:pt>
                <c:pt idx="1655">
                  <c:v>2019-03-14</c:v>
                </c:pt>
                <c:pt idx="1656">
                  <c:v>2019-03-15</c:v>
                </c:pt>
                <c:pt idx="1657">
                  <c:v>2019-03-16</c:v>
                </c:pt>
                <c:pt idx="1658">
                  <c:v>2019-03-17</c:v>
                </c:pt>
                <c:pt idx="1659">
                  <c:v>2019-03-18</c:v>
                </c:pt>
                <c:pt idx="1660">
                  <c:v>2019-03-19</c:v>
                </c:pt>
                <c:pt idx="1661">
                  <c:v>2019-03-20</c:v>
                </c:pt>
                <c:pt idx="1662">
                  <c:v>2019-03-21</c:v>
                </c:pt>
                <c:pt idx="1663">
                  <c:v>2019-03-22</c:v>
                </c:pt>
                <c:pt idx="1664">
                  <c:v>2019-03-23</c:v>
                </c:pt>
                <c:pt idx="1665">
                  <c:v>2019-03-24</c:v>
                </c:pt>
                <c:pt idx="1666">
                  <c:v>2019-03-25</c:v>
                </c:pt>
                <c:pt idx="1667">
                  <c:v>2019-03-26</c:v>
                </c:pt>
                <c:pt idx="1668">
                  <c:v>2019-03-27</c:v>
                </c:pt>
                <c:pt idx="1669">
                  <c:v>2019-03-28</c:v>
                </c:pt>
                <c:pt idx="1670">
                  <c:v>2019-03-29</c:v>
                </c:pt>
                <c:pt idx="1671">
                  <c:v>2019-03-30</c:v>
                </c:pt>
                <c:pt idx="1672">
                  <c:v>2019-03-31</c:v>
                </c:pt>
                <c:pt idx="1673">
                  <c:v>2019-04-01</c:v>
                </c:pt>
                <c:pt idx="1674">
                  <c:v>2019-04-02</c:v>
                </c:pt>
                <c:pt idx="1675">
                  <c:v>2019-04-03</c:v>
                </c:pt>
                <c:pt idx="1676">
                  <c:v>2019-04-04</c:v>
                </c:pt>
                <c:pt idx="1677">
                  <c:v>2019-04-05</c:v>
                </c:pt>
                <c:pt idx="1678">
                  <c:v>2019-04-06</c:v>
                </c:pt>
                <c:pt idx="1679">
                  <c:v>2019-04-07</c:v>
                </c:pt>
                <c:pt idx="1680">
                  <c:v>2019-04-08</c:v>
                </c:pt>
                <c:pt idx="1681">
                  <c:v>2019-04-09</c:v>
                </c:pt>
                <c:pt idx="1682">
                  <c:v>2019-04-10</c:v>
                </c:pt>
                <c:pt idx="1683">
                  <c:v>2019-04-11</c:v>
                </c:pt>
                <c:pt idx="1684">
                  <c:v>2019-04-12</c:v>
                </c:pt>
                <c:pt idx="1685">
                  <c:v>2019-04-13</c:v>
                </c:pt>
                <c:pt idx="1686">
                  <c:v>2019-04-14</c:v>
                </c:pt>
                <c:pt idx="1687">
                  <c:v>2019-04-15</c:v>
                </c:pt>
                <c:pt idx="1688">
                  <c:v>2019-04-16</c:v>
                </c:pt>
                <c:pt idx="1689">
                  <c:v>2019-04-17</c:v>
                </c:pt>
                <c:pt idx="1690">
                  <c:v>2019-04-18</c:v>
                </c:pt>
                <c:pt idx="1691">
                  <c:v>2019-04-19</c:v>
                </c:pt>
                <c:pt idx="1692">
                  <c:v>2019-04-20</c:v>
                </c:pt>
                <c:pt idx="1693">
                  <c:v>2019-04-21</c:v>
                </c:pt>
                <c:pt idx="1694">
                  <c:v>2019-04-22</c:v>
                </c:pt>
                <c:pt idx="1695">
                  <c:v>2019-04-23</c:v>
                </c:pt>
                <c:pt idx="1696">
                  <c:v>2019-04-24</c:v>
                </c:pt>
                <c:pt idx="1697">
                  <c:v>2019-04-25</c:v>
                </c:pt>
                <c:pt idx="1698">
                  <c:v>2019-04-26</c:v>
                </c:pt>
                <c:pt idx="1699">
                  <c:v>2019-04-27</c:v>
                </c:pt>
                <c:pt idx="1700">
                  <c:v>2019-04-28</c:v>
                </c:pt>
                <c:pt idx="1701">
                  <c:v>2019-04-29</c:v>
                </c:pt>
                <c:pt idx="1702">
                  <c:v>2019-04-30</c:v>
                </c:pt>
                <c:pt idx="1703">
                  <c:v>2019-05-01</c:v>
                </c:pt>
                <c:pt idx="1704">
                  <c:v>2019-05-02</c:v>
                </c:pt>
                <c:pt idx="1705">
                  <c:v>2019-05-03</c:v>
                </c:pt>
                <c:pt idx="1706">
                  <c:v>2019-05-04</c:v>
                </c:pt>
                <c:pt idx="1707">
                  <c:v>2019-05-05</c:v>
                </c:pt>
                <c:pt idx="1708">
                  <c:v>2019-05-06</c:v>
                </c:pt>
                <c:pt idx="1709">
                  <c:v>2019-05-07</c:v>
                </c:pt>
                <c:pt idx="1710">
                  <c:v>2019-05-08</c:v>
                </c:pt>
                <c:pt idx="1711">
                  <c:v>2019-05-09</c:v>
                </c:pt>
                <c:pt idx="1712">
                  <c:v>2019-05-10</c:v>
                </c:pt>
                <c:pt idx="1713">
                  <c:v>2019-05-11</c:v>
                </c:pt>
                <c:pt idx="1714">
                  <c:v>2019-05-12</c:v>
                </c:pt>
                <c:pt idx="1715">
                  <c:v>2019-05-13</c:v>
                </c:pt>
                <c:pt idx="1716">
                  <c:v>2019-05-14</c:v>
                </c:pt>
                <c:pt idx="1717">
                  <c:v>2019-05-15</c:v>
                </c:pt>
                <c:pt idx="1718">
                  <c:v>2019-05-16</c:v>
                </c:pt>
                <c:pt idx="1719">
                  <c:v>2019-05-17</c:v>
                </c:pt>
                <c:pt idx="1720">
                  <c:v>2019-05-18</c:v>
                </c:pt>
                <c:pt idx="1721">
                  <c:v>2019-05-19</c:v>
                </c:pt>
                <c:pt idx="1722">
                  <c:v>2019-05-20</c:v>
                </c:pt>
                <c:pt idx="1723">
                  <c:v>2019-05-21</c:v>
                </c:pt>
                <c:pt idx="1724">
                  <c:v>2019-05-22</c:v>
                </c:pt>
                <c:pt idx="1725">
                  <c:v>2019-05-23</c:v>
                </c:pt>
                <c:pt idx="1726">
                  <c:v>2019-05-24</c:v>
                </c:pt>
                <c:pt idx="1727">
                  <c:v>2019-05-25</c:v>
                </c:pt>
                <c:pt idx="1728">
                  <c:v>2019-05-26</c:v>
                </c:pt>
                <c:pt idx="1729">
                  <c:v>2019-05-27</c:v>
                </c:pt>
                <c:pt idx="1730">
                  <c:v>2019-05-28</c:v>
                </c:pt>
                <c:pt idx="1731">
                  <c:v>2019-05-29</c:v>
                </c:pt>
                <c:pt idx="1732">
                  <c:v>2019-05-30</c:v>
                </c:pt>
                <c:pt idx="1733">
                  <c:v>2019-05-31</c:v>
                </c:pt>
                <c:pt idx="1734">
                  <c:v>2019-06-01</c:v>
                </c:pt>
                <c:pt idx="1735">
                  <c:v>2019-06-02</c:v>
                </c:pt>
                <c:pt idx="1736">
                  <c:v>2019-06-03</c:v>
                </c:pt>
                <c:pt idx="1737">
                  <c:v>2019-06-04</c:v>
                </c:pt>
                <c:pt idx="1738">
                  <c:v>2019-06-05</c:v>
                </c:pt>
                <c:pt idx="1739">
                  <c:v>2019-06-06</c:v>
                </c:pt>
                <c:pt idx="1740">
                  <c:v>2019-06-07</c:v>
                </c:pt>
                <c:pt idx="1741">
                  <c:v>2019-06-08</c:v>
                </c:pt>
                <c:pt idx="1742">
                  <c:v>2019-06-09</c:v>
                </c:pt>
                <c:pt idx="1743">
                  <c:v>2019-06-10</c:v>
                </c:pt>
                <c:pt idx="1744">
                  <c:v>2019-06-11</c:v>
                </c:pt>
                <c:pt idx="1745">
                  <c:v>2019-06-12</c:v>
                </c:pt>
                <c:pt idx="1746">
                  <c:v>2019-06-13</c:v>
                </c:pt>
                <c:pt idx="1747">
                  <c:v>2019-06-14</c:v>
                </c:pt>
                <c:pt idx="1748">
                  <c:v>2019-06-15</c:v>
                </c:pt>
                <c:pt idx="1749">
                  <c:v>2019-06-16</c:v>
                </c:pt>
                <c:pt idx="1750">
                  <c:v>2019-06-17</c:v>
                </c:pt>
                <c:pt idx="1751">
                  <c:v>2019-06-18</c:v>
                </c:pt>
                <c:pt idx="1752">
                  <c:v>2019-06-19</c:v>
                </c:pt>
                <c:pt idx="1753">
                  <c:v>2019-06-20</c:v>
                </c:pt>
                <c:pt idx="1754">
                  <c:v>2019-06-21</c:v>
                </c:pt>
                <c:pt idx="1755">
                  <c:v>2019-06-22</c:v>
                </c:pt>
                <c:pt idx="1756">
                  <c:v>2019-06-23</c:v>
                </c:pt>
                <c:pt idx="1757">
                  <c:v>2019-06-24</c:v>
                </c:pt>
                <c:pt idx="1758">
                  <c:v>2019-06-25</c:v>
                </c:pt>
                <c:pt idx="1759">
                  <c:v>2019-06-26</c:v>
                </c:pt>
                <c:pt idx="1760">
                  <c:v>2019-06-27</c:v>
                </c:pt>
                <c:pt idx="1761">
                  <c:v>2019-06-28</c:v>
                </c:pt>
                <c:pt idx="1762">
                  <c:v>2019-06-29</c:v>
                </c:pt>
                <c:pt idx="1763">
                  <c:v>2019-06-30</c:v>
                </c:pt>
              </c:strCache>
            </c:strRef>
          </c:cat>
          <c:val>
            <c:numRef>
              <c:f>Sheet1!$D$2:$D$1765</c:f>
              <c:numCache>
                <c:formatCode>General</c:formatCode>
                <c:ptCount val="1764"/>
                <c:pt idx="0">
                  <c:v>45.6</c:v>
                </c:pt>
                <c:pt idx="1">
                  <c:v>45.5</c:v>
                </c:pt>
                <c:pt idx="2">
                  <c:v>46.2</c:v>
                </c:pt>
                <c:pt idx="3">
                  <c:v>46.6</c:v>
                </c:pt>
                <c:pt idx="4">
                  <c:v>46.8</c:v>
                </c:pt>
                <c:pt idx="5">
                  <c:v>46.8</c:v>
                </c:pt>
                <c:pt idx="6">
                  <c:v>46.8</c:v>
                </c:pt>
                <c:pt idx="7">
                  <c:v>46.8</c:v>
                </c:pt>
                <c:pt idx="8">
                  <c:v>46.7</c:v>
                </c:pt>
                <c:pt idx="9">
                  <c:v>46.6</c:v>
                </c:pt>
                <c:pt idx="10">
                  <c:v>46.5</c:v>
                </c:pt>
                <c:pt idx="11">
                  <c:v>46.3</c:v>
                </c:pt>
                <c:pt idx="12">
                  <c:v>46.2</c:v>
                </c:pt>
                <c:pt idx="13">
                  <c:v>46</c:v>
                </c:pt>
                <c:pt idx="14">
                  <c:v>45.8</c:v>
                </c:pt>
                <c:pt idx="15">
                  <c:v>45.6</c:v>
                </c:pt>
                <c:pt idx="16">
                  <c:v>45.4</c:v>
                </c:pt>
                <c:pt idx="17">
                  <c:v>45.2</c:v>
                </c:pt>
                <c:pt idx="18">
                  <c:v>45</c:v>
                </c:pt>
                <c:pt idx="19">
                  <c:v>44.8</c:v>
                </c:pt>
                <c:pt idx="20">
                  <c:v>44.6</c:v>
                </c:pt>
                <c:pt idx="21">
                  <c:v>44.4</c:v>
                </c:pt>
                <c:pt idx="22">
                  <c:v>44.2</c:v>
                </c:pt>
                <c:pt idx="23">
                  <c:v>46.3</c:v>
                </c:pt>
                <c:pt idx="24">
                  <c:v>47</c:v>
                </c:pt>
                <c:pt idx="25">
                  <c:v>47.2</c:v>
                </c:pt>
                <c:pt idx="26">
                  <c:v>47.3</c:v>
                </c:pt>
                <c:pt idx="27">
                  <c:v>47.3</c:v>
                </c:pt>
                <c:pt idx="28">
                  <c:v>47.4</c:v>
                </c:pt>
                <c:pt idx="29">
                  <c:v>47.4</c:v>
                </c:pt>
                <c:pt idx="30">
                  <c:v>47.4</c:v>
                </c:pt>
                <c:pt idx="31">
                  <c:v>47.3</c:v>
                </c:pt>
                <c:pt idx="32">
                  <c:v>47.2</c:v>
                </c:pt>
                <c:pt idx="33">
                  <c:v>47.1</c:v>
                </c:pt>
                <c:pt idx="34">
                  <c:v>47</c:v>
                </c:pt>
                <c:pt idx="35">
                  <c:v>46.8</c:v>
                </c:pt>
                <c:pt idx="36">
                  <c:v>46.7</c:v>
                </c:pt>
                <c:pt idx="37">
                  <c:v>46.5</c:v>
                </c:pt>
                <c:pt idx="38">
                  <c:v>46.4</c:v>
                </c:pt>
                <c:pt idx="39">
                  <c:v>46.1</c:v>
                </c:pt>
                <c:pt idx="40">
                  <c:v>46</c:v>
                </c:pt>
                <c:pt idx="41">
                  <c:v>45.8</c:v>
                </c:pt>
                <c:pt idx="42">
                  <c:v>45.6</c:v>
                </c:pt>
                <c:pt idx="43">
                  <c:v>45.4</c:v>
                </c:pt>
                <c:pt idx="44">
                  <c:v>45.2</c:v>
                </c:pt>
                <c:pt idx="45">
                  <c:v>45.2</c:v>
                </c:pt>
                <c:pt idx="46">
                  <c:v>45.1</c:v>
                </c:pt>
                <c:pt idx="47">
                  <c:v>44.8</c:v>
                </c:pt>
                <c:pt idx="48">
                  <c:v>44.7</c:v>
                </c:pt>
                <c:pt idx="49">
                  <c:v>45.1</c:v>
                </c:pt>
                <c:pt idx="50">
                  <c:v>46.6</c:v>
                </c:pt>
                <c:pt idx="51">
                  <c:v>49</c:v>
                </c:pt>
                <c:pt idx="52">
                  <c:v>49.9</c:v>
                </c:pt>
                <c:pt idx="53">
                  <c:v>50.2</c:v>
                </c:pt>
                <c:pt idx="54">
                  <c:v>50.4</c:v>
                </c:pt>
                <c:pt idx="55">
                  <c:v>50.5</c:v>
                </c:pt>
                <c:pt idx="56">
                  <c:v>50.6</c:v>
                </c:pt>
                <c:pt idx="57">
                  <c:v>50.6</c:v>
                </c:pt>
                <c:pt idx="58">
                  <c:v>50.6</c:v>
                </c:pt>
                <c:pt idx="59">
                  <c:v>50.5</c:v>
                </c:pt>
                <c:pt idx="60">
                  <c:v>51</c:v>
                </c:pt>
                <c:pt idx="61">
                  <c:v>51.9</c:v>
                </c:pt>
                <c:pt idx="62">
                  <c:v>52.4</c:v>
                </c:pt>
                <c:pt idx="63">
                  <c:v>52.7</c:v>
                </c:pt>
                <c:pt idx="64">
                  <c:v>52.9</c:v>
                </c:pt>
                <c:pt idx="65">
                  <c:v>53</c:v>
                </c:pt>
                <c:pt idx="66">
                  <c:v>53.1</c:v>
                </c:pt>
                <c:pt idx="67">
                  <c:v>53.1</c:v>
                </c:pt>
                <c:pt idx="68">
                  <c:v>53.1</c:v>
                </c:pt>
                <c:pt idx="69">
                  <c:v>53.1</c:v>
                </c:pt>
                <c:pt idx="70">
                  <c:v>53.1</c:v>
                </c:pt>
                <c:pt idx="71">
                  <c:v>53</c:v>
                </c:pt>
                <c:pt idx="72">
                  <c:v>53</c:v>
                </c:pt>
                <c:pt idx="73">
                  <c:v>52.9</c:v>
                </c:pt>
                <c:pt idx="74">
                  <c:v>52.8</c:v>
                </c:pt>
                <c:pt idx="75">
                  <c:v>52.8</c:v>
                </c:pt>
                <c:pt idx="76">
                  <c:v>52.6</c:v>
                </c:pt>
                <c:pt idx="77">
                  <c:v>52.5</c:v>
                </c:pt>
                <c:pt idx="78">
                  <c:v>52.4</c:v>
                </c:pt>
                <c:pt idx="79">
                  <c:v>52.3</c:v>
                </c:pt>
                <c:pt idx="80">
                  <c:v>52.1</c:v>
                </c:pt>
                <c:pt idx="81">
                  <c:v>52</c:v>
                </c:pt>
                <c:pt idx="82">
                  <c:v>51.9</c:v>
                </c:pt>
                <c:pt idx="83">
                  <c:v>51.7</c:v>
                </c:pt>
                <c:pt idx="84">
                  <c:v>51.7</c:v>
                </c:pt>
                <c:pt idx="85">
                  <c:v>51.7</c:v>
                </c:pt>
                <c:pt idx="86">
                  <c:v>51.6</c:v>
                </c:pt>
                <c:pt idx="87">
                  <c:v>51.5</c:v>
                </c:pt>
                <c:pt idx="88">
                  <c:v>51.4</c:v>
                </c:pt>
                <c:pt idx="89">
                  <c:v>51.4</c:v>
                </c:pt>
                <c:pt idx="90">
                  <c:v>51.3</c:v>
                </c:pt>
                <c:pt idx="91">
                  <c:v>51.3</c:v>
                </c:pt>
                <c:pt idx="92">
                  <c:v>51.3</c:v>
                </c:pt>
                <c:pt idx="93">
                  <c:v>51.4</c:v>
                </c:pt>
                <c:pt idx="94">
                  <c:v>51.4</c:v>
                </c:pt>
                <c:pt idx="95">
                  <c:v>51.5</c:v>
                </c:pt>
                <c:pt idx="96">
                  <c:v>51.5</c:v>
                </c:pt>
                <c:pt idx="97">
                  <c:v>51.5</c:v>
                </c:pt>
                <c:pt idx="98">
                  <c:v>51.5</c:v>
                </c:pt>
                <c:pt idx="99">
                  <c:v>51.5</c:v>
                </c:pt>
                <c:pt idx="100">
                  <c:v>51.5</c:v>
                </c:pt>
                <c:pt idx="101">
                  <c:v>51.5</c:v>
                </c:pt>
                <c:pt idx="102">
                  <c:v>51.5</c:v>
                </c:pt>
                <c:pt idx="103">
                  <c:v>51.6</c:v>
                </c:pt>
                <c:pt idx="104">
                  <c:v>51.6</c:v>
                </c:pt>
                <c:pt idx="105">
                  <c:v>51.6</c:v>
                </c:pt>
                <c:pt idx="106">
                  <c:v>52.1</c:v>
                </c:pt>
                <c:pt idx="107">
                  <c:v>52.4</c:v>
                </c:pt>
                <c:pt idx="108">
                  <c:v>52.7</c:v>
                </c:pt>
                <c:pt idx="109">
                  <c:v>52.7</c:v>
                </c:pt>
                <c:pt idx="110">
                  <c:v>52.8</c:v>
                </c:pt>
                <c:pt idx="111">
                  <c:v>52.9</c:v>
                </c:pt>
                <c:pt idx="112">
                  <c:v>53</c:v>
                </c:pt>
                <c:pt idx="113">
                  <c:v>53</c:v>
                </c:pt>
                <c:pt idx="114">
                  <c:v>53</c:v>
                </c:pt>
                <c:pt idx="115">
                  <c:v>53.1</c:v>
                </c:pt>
                <c:pt idx="116">
                  <c:v>53.1</c:v>
                </c:pt>
                <c:pt idx="117">
                  <c:v>53.1</c:v>
                </c:pt>
                <c:pt idx="118">
                  <c:v>53.1</c:v>
                </c:pt>
                <c:pt idx="119">
                  <c:v>53.1</c:v>
                </c:pt>
                <c:pt idx="120">
                  <c:v>53.1</c:v>
                </c:pt>
                <c:pt idx="121">
                  <c:v>53</c:v>
                </c:pt>
                <c:pt idx="122">
                  <c:v>52.9</c:v>
                </c:pt>
                <c:pt idx="123">
                  <c:v>52.9</c:v>
                </c:pt>
                <c:pt idx="124">
                  <c:v>52.8</c:v>
                </c:pt>
                <c:pt idx="125">
                  <c:v>52.7</c:v>
                </c:pt>
                <c:pt idx="126">
                  <c:v>52.7</c:v>
                </c:pt>
                <c:pt idx="127">
                  <c:v>52.8</c:v>
                </c:pt>
                <c:pt idx="128">
                  <c:v>52.8</c:v>
                </c:pt>
                <c:pt idx="129">
                  <c:v>52.8</c:v>
                </c:pt>
                <c:pt idx="130">
                  <c:v>53</c:v>
                </c:pt>
                <c:pt idx="131">
                  <c:v>53</c:v>
                </c:pt>
                <c:pt idx="132">
                  <c:v>53</c:v>
                </c:pt>
                <c:pt idx="133">
                  <c:v>53</c:v>
                </c:pt>
                <c:pt idx="134">
                  <c:v>52.9</c:v>
                </c:pt>
                <c:pt idx="135">
                  <c:v>52.8</c:v>
                </c:pt>
                <c:pt idx="136">
                  <c:v>52.7</c:v>
                </c:pt>
                <c:pt idx="137">
                  <c:v>52.6</c:v>
                </c:pt>
                <c:pt idx="138">
                  <c:v>52.6</c:v>
                </c:pt>
                <c:pt idx="139">
                  <c:v>52.4</c:v>
                </c:pt>
                <c:pt idx="140">
                  <c:v>52.4</c:v>
                </c:pt>
                <c:pt idx="141">
                  <c:v>52.3</c:v>
                </c:pt>
                <c:pt idx="142">
                  <c:v>52.2</c:v>
                </c:pt>
                <c:pt idx="143">
                  <c:v>52.1</c:v>
                </c:pt>
                <c:pt idx="144">
                  <c:v>52</c:v>
                </c:pt>
                <c:pt idx="145">
                  <c:v>51.9</c:v>
                </c:pt>
                <c:pt idx="146">
                  <c:v>51.8</c:v>
                </c:pt>
                <c:pt idx="147">
                  <c:v>51.7</c:v>
                </c:pt>
                <c:pt idx="148">
                  <c:v>51.6</c:v>
                </c:pt>
                <c:pt idx="149">
                  <c:v>51.5</c:v>
                </c:pt>
                <c:pt idx="150">
                  <c:v>51.4</c:v>
                </c:pt>
                <c:pt idx="151">
                  <c:v>51.3</c:v>
                </c:pt>
                <c:pt idx="152">
                  <c:v>51.2</c:v>
                </c:pt>
                <c:pt idx="153">
                  <c:v>51.1</c:v>
                </c:pt>
                <c:pt idx="154">
                  <c:v>51</c:v>
                </c:pt>
                <c:pt idx="155">
                  <c:v>50.8</c:v>
                </c:pt>
                <c:pt idx="156">
                  <c:v>50.7</c:v>
                </c:pt>
                <c:pt idx="157">
                  <c:v>50.5</c:v>
                </c:pt>
                <c:pt idx="158">
                  <c:v>50.4</c:v>
                </c:pt>
                <c:pt idx="159">
                  <c:v>50.2</c:v>
                </c:pt>
                <c:pt idx="160">
                  <c:v>50</c:v>
                </c:pt>
                <c:pt idx="161">
                  <c:v>49.9</c:v>
                </c:pt>
                <c:pt idx="162">
                  <c:v>49.7</c:v>
                </c:pt>
                <c:pt idx="163">
                  <c:v>49.6</c:v>
                </c:pt>
                <c:pt idx="164">
                  <c:v>49.4</c:v>
                </c:pt>
                <c:pt idx="165">
                  <c:v>49.2</c:v>
                </c:pt>
                <c:pt idx="166">
                  <c:v>49.1</c:v>
                </c:pt>
                <c:pt idx="167">
                  <c:v>48.9</c:v>
                </c:pt>
                <c:pt idx="168">
                  <c:v>48.8</c:v>
                </c:pt>
                <c:pt idx="169">
                  <c:v>48.7</c:v>
                </c:pt>
                <c:pt idx="170">
                  <c:v>48.6</c:v>
                </c:pt>
                <c:pt idx="171">
                  <c:v>48.4</c:v>
                </c:pt>
                <c:pt idx="172">
                  <c:v>48.3</c:v>
                </c:pt>
                <c:pt idx="173">
                  <c:v>48.2</c:v>
                </c:pt>
                <c:pt idx="174">
                  <c:v>48.2</c:v>
                </c:pt>
                <c:pt idx="175">
                  <c:v>48.1</c:v>
                </c:pt>
                <c:pt idx="176">
                  <c:v>48.1</c:v>
                </c:pt>
                <c:pt idx="177">
                  <c:v>48</c:v>
                </c:pt>
                <c:pt idx="178">
                  <c:v>47.8</c:v>
                </c:pt>
                <c:pt idx="179">
                  <c:v>47.8</c:v>
                </c:pt>
                <c:pt idx="180">
                  <c:v>47.6</c:v>
                </c:pt>
                <c:pt idx="181">
                  <c:v>47.5</c:v>
                </c:pt>
                <c:pt idx="182">
                  <c:v>47.4</c:v>
                </c:pt>
                <c:pt idx="183">
                  <c:v>47.3</c:v>
                </c:pt>
                <c:pt idx="184">
                  <c:v>47.1</c:v>
                </c:pt>
                <c:pt idx="185">
                  <c:v>47.1</c:v>
                </c:pt>
                <c:pt idx="186">
                  <c:v>46.9</c:v>
                </c:pt>
                <c:pt idx="187">
                  <c:v>46.8</c:v>
                </c:pt>
                <c:pt idx="188">
                  <c:v>46.6</c:v>
                </c:pt>
                <c:pt idx="189">
                  <c:v>46.4</c:v>
                </c:pt>
                <c:pt idx="190">
                  <c:v>46.2</c:v>
                </c:pt>
                <c:pt idx="191">
                  <c:v>46.1</c:v>
                </c:pt>
                <c:pt idx="192">
                  <c:v>45.9</c:v>
                </c:pt>
                <c:pt idx="193">
                  <c:v>45.8</c:v>
                </c:pt>
                <c:pt idx="194">
                  <c:v>45.6</c:v>
                </c:pt>
                <c:pt idx="195">
                  <c:v>45.4</c:v>
                </c:pt>
                <c:pt idx="196">
                  <c:v>45.3</c:v>
                </c:pt>
                <c:pt idx="197">
                  <c:v>45.1</c:v>
                </c:pt>
                <c:pt idx="198">
                  <c:v>45.1</c:v>
                </c:pt>
                <c:pt idx="199">
                  <c:v>45.1</c:v>
                </c:pt>
                <c:pt idx="200">
                  <c:v>45.1</c:v>
                </c:pt>
                <c:pt idx="201">
                  <c:v>45</c:v>
                </c:pt>
                <c:pt idx="202">
                  <c:v>44.9</c:v>
                </c:pt>
                <c:pt idx="203">
                  <c:v>44.8</c:v>
                </c:pt>
                <c:pt idx="204">
                  <c:v>44.7</c:v>
                </c:pt>
                <c:pt idx="205">
                  <c:v>44.5</c:v>
                </c:pt>
                <c:pt idx="206">
                  <c:v>44.4</c:v>
                </c:pt>
                <c:pt idx="207">
                  <c:v>44.2</c:v>
                </c:pt>
                <c:pt idx="208">
                  <c:v>44.1</c:v>
                </c:pt>
                <c:pt idx="209">
                  <c:v>44</c:v>
                </c:pt>
                <c:pt idx="210">
                  <c:v>43.8</c:v>
                </c:pt>
                <c:pt idx="211">
                  <c:v>43.7</c:v>
                </c:pt>
                <c:pt idx="212">
                  <c:v>43.6</c:v>
                </c:pt>
                <c:pt idx="213">
                  <c:v>43.5</c:v>
                </c:pt>
                <c:pt idx="214">
                  <c:v>44.5</c:v>
                </c:pt>
                <c:pt idx="215">
                  <c:v>45.1</c:v>
                </c:pt>
                <c:pt idx="216">
                  <c:v>45.7</c:v>
                </c:pt>
                <c:pt idx="217">
                  <c:v>46.2</c:v>
                </c:pt>
                <c:pt idx="218">
                  <c:v>46.5</c:v>
                </c:pt>
                <c:pt idx="219">
                  <c:v>46.8</c:v>
                </c:pt>
                <c:pt idx="220">
                  <c:v>46.9</c:v>
                </c:pt>
                <c:pt idx="221">
                  <c:v>47</c:v>
                </c:pt>
                <c:pt idx="222">
                  <c:v>47</c:v>
                </c:pt>
                <c:pt idx="223">
                  <c:v>47</c:v>
                </c:pt>
                <c:pt idx="224">
                  <c:v>46.9</c:v>
                </c:pt>
                <c:pt idx="225">
                  <c:v>46.9</c:v>
                </c:pt>
                <c:pt idx="226">
                  <c:v>46.8</c:v>
                </c:pt>
                <c:pt idx="227">
                  <c:v>46.8</c:v>
                </c:pt>
                <c:pt idx="228">
                  <c:v>46.7</c:v>
                </c:pt>
                <c:pt idx="229">
                  <c:v>46.5</c:v>
                </c:pt>
                <c:pt idx="230">
                  <c:v>46.5</c:v>
                </c:pt>
                <c:pt idx="231">
                  <c:v>46.6</c:v>
                </c:pt>
                <c:pt idx="232">
                  <c:v>46.7</c:v>
                </c:pt>
                <c:pt idx="233">
                  <c:v>46.7</c:v>
                </c:pt>
                <c:pt idx="234">
                  <c:v>46.7</c:v>
                </c:pt>
                <c:pt idx="235">
                  <c:v>46.7</c:v>
                </c:pt>
                <c:pt idx="236">
                  <c:v>46.7</c:v>
                </c:pt>
                <c:pt idx="237">
                  <c:v>46.5</c:v>
                </c:pt>
                <c:pt idx="238">
                  <c:v>46.4</c:v>
                </c:pt>
                <c:pt idx="239">
                  <c:v>46.2</c:v>
                </c:pt>
                <c:pt idx="240">
                  <c:v>46.4</c:v>
                </c:pt>
                <c:pt idx="241">
                  <c:v>46.4</c:v>
                </c:pt>
                <c:pt idx="242">
                  <c:v>46.4</c:v>
                </c:pt>
                <c:pt idx="243">
                  <c:v>46.3</c:v>
                </c:pt>
                <c:pt idx="244">
                  <c:v>46.3</c:v>
                </c:pt>
                <c:pt idx="245">
                  <c:v>46.3</c:v>
                </c:pt>
                <c:pt idx="246">
                  <c:v>46.2</c:v>
                </c:pt>
                <c:pt idx="247">
                  <c:v>46</c:v>
                </c:pt>
                <c:pt idx="248">
                  <c:v>45.9</c:v>
                </c:pt>
                <c:pt idx="249">
                  <c:v>45.7</c:v>
                </c:pt>
                <c:pt idx="250">
                  <c:v>45.5</c:v>
                </c:pt>
                <c:pt idx="251">
                  <c:v>45.3</c:v>
                </c:pt>
                <c:pt idx="252">
                  <c:v>45.2</c:v>
                </c:pt>
                <c:pt idx="253">
                  <c:v>45.6</c:v>
                </c:pt>
                <c:pt idx="254">
                  <c:v>45.6</c:v>
                </c:pt>
                <c:pt idx="255">
                  <c:v>45.5</c:v>
                </c:pt>
                <c:pt idx="256">
                  <c:v>45.4</c:v>
                </c:pt>
                <c:pt idx="257">
                  <c:v>45.3</c:v>
                </c:pt>
                <c:pt idx="258">
                  <c:v>45.1</c:v>
                </c:pt>
                <c:pt idx="259">
                  <c:v>44.9</c:v>
                </c:pt>
                <c:pt idx="260">
                  <c:v>44.7</c:v>
                </c:pt>
                <c:pt idx="261">
                  <c:v>44.5</c:v>
                </c:pt>
                <c:pt idx="262">
                  <c:v>44.3</c:v>
                </c:pt>
                <c:pt idx="263">
                  <c:v>44.1</c:v>
                </c:pt>
                <c:pt idx="264">
                  <c:v>43.9</c:v>
                </c:pt>
                <c:pt idx="265">
                  <c:v>43.6</c:v>
                </c:pt>
                <c:pt idx="266">
                  <c:v>43.3</c:v>
                </c:pt>
                <c:pt idx="267">
                  <c:v>43.1</c:v>
                </c:pt>
                <c:pt idx="268">
                  <c:v>42.8</c:v>
                </c:pt>
                <c:pt idx="269">
                  <c:v>42.5</c:v>
                </c:pt>
                <c:pt idx="270">
                  <c:v>42.2</c:v>
                </c:pt>
                <c:pt idx="271">
                  <c:v>42</c:v>
                </c:pt>
                <c:pt idx="272">
                  <c:v>41.8</c:v>
                </c:pt>
                <c:pt idx="273">
                  <c:v>41.5</c:v>
                </c:pt>
                <c:pt idx="274">
                  <c:v>41.2</c:v>
                </c:pt>
                <c:pt idx="275">
                  <c:v>40.9</c:v>
                </c:pt>
                <c:pt idx="276">
                  <c:v>40.6</c:v>
                </c:pt>
                <c:pt idx="277">
                  <c:v>40.299999999999997</c:v>
                </c:pt>
                <c:pt idx="278">
                  <c:v>40</c:v>
                </c:pt>
                <c:pt idx="279">
                  <c:v>39.700000000000003</c:v>
                </c:pt>
                <c:pt idx="280">
                  <c:v>39.4</c:v>
                </c:pt>
                <c:pt idx="281">
                  <c:v>39.200000000000003</c:v>
                </c:pt>
                <c:pt idx="282">
                  <c:v>38.9</c:v>
                </c:pt>
                <c:pt idx="283">
                  <c:v>38.6</c:v>
                </c:pt>
                <c:pt idx="284">
                  <c:v>38.4</c:v>
                </c:pt>
                <c:pt idx="285">
                  <c:v>38.1</c:v>
                </c:pt>
                <c:pt idx="286">
                  <c:v>37.9</c:v>
                </c:pt>
                <c:pt idx="287">
                  <c:v>37.6</c:v>
                </c:pt>
                <c:pt idx="288">
                  <c:v>37.299999999999997</c:v>
                </c:pt>
                <c:pt idx="289">
                  <c:v>37</c:v>
                </c:pt>
                <c:pt idx="290">
                  <c:v>36.700000000000003</c:v>
                </c:pt>
                <c:pt idx="291">
                  <c:v>36.4</c:v>
                </c:pt>
                <c:pt idx="292">
                  <c:v>36.299999999999997</c:v>
                </c:pt>
                <c:pt idx="293">
                  <c:v>36.200000000000003</c:v>
                </c:pt>
                <c:pt idx="294">
                  <c:v>36</c:v>
                </c:pt>
                <c:pt idx="295">
                  <c:v>35.700000000000003</c:v>
                </c:pt>
                <c:pt idx="296">
                  <c:v>35.4</c:v>
                </c:pt>
                <c:pt idx="297">
                  <c:v>35.1</c:v>
                </c:pt>
                <c:pt idx="298">
                  <c:v>35.6</c:v>
                </c:pt>
                <c:pt idx="299">
                  <c:v>35.6</c:v>
                </c:pt>
                <c:pt idx="300">
                  <c:v>35.4</c:v>
                </c:pt>
                <c:pt idx="301">
                  <c:v>35.200000000000003</c:v>
                </c:pt>
                <c:pt idx="302">
                  <c:v>35</c:v>
                </c:pt>
                <c:pt idx="303">
                  <c:v>34.700000000000003</c:v>
                </c:pt>
                <c:pt idx="304">
                  <c:v>34.5</c:v>
                </c:pt>
                <c:pt idx="305">
                  <c:v>34.200000000000003</c:v>
                </c:pt>
                <c:pt idx="306">
                  <c:v>34</c:v>
                </c:pt>
                <c:pt idx="307">
                  <c:v>33.700000000000003</c:v>
                </c:pt>
                <c:pt idx="308">
                  <c:v>33.5</c:v>
                </c:pt>
                <c:pt idx="309">
                  <c:v>33.299999999999997</c:v>
                </c:pt>
                <c:pt idx="310">
                  <c:v>33.1</c:v>
                </c:pt>
                <c:pt idx="311">
                  <c:v>33</c:v>
                </c:pt>
                <c:pt idx="312">
                  <c:v>32.799999999999997</c:v>
                </c:pt>
                <c:pt idx="313">
                  <c:v>32.6</c:v>
                </c:pt>
                <c:pt idx="314">
                  <c:v>32.9</c:v>
                </c:pt>
                <c:pt idx="315">
                  <c:v>33.799999999999997</c:v>
                </c:pt>
                <c:pt idx="316">
                  <c:v>34.299999999999997</c:v>
                </c:pt>
                <c:pt idx="317">
                  <c:v>34.5</c:v>
                </c:pt>
                <c:pt idx="318">
                  <c:v>34.4</c:v>
                </c:pt>
                <c:pt idx="319">
                  <c:v>34.299999999999997</c:v>
                </c:pt>
                <c:pt idx="320">
                  <c:v>34.1</c:v>
                </c:pt>
                <c:pt idx="321">
                  <c:v>34</c:v>
                </c:pt>
                <c:pt idx="322">
                  <c:v>33.799999999999997</c:v>
                </c:pt>
                <c:pt idx="323">
                  <c:v>33.799999999999997</c:v>
                </c:pt>
                <c:pt idx="324">
                  <c:v>33.799999999999997</c:v>
                </c:pt>
                <c:pt idx="325">
                  <c:v>33.700000000000003</c:v>
                </c:pt>
                <c:pt idx="326">
                  <c:v>36.1</c:v>
                </c:pt>
                <c:pt idx="327">
                  <c:v>38.299999999999997</c:v>
                </c:pt>
                <c:pt idx="328">
                  <c:v>39</c:v>
                </c:pt>
                <c:pt idx="329">
                  <c:v>39.299999999999997</c:v>
                </c:pt>
                <c:pt idx="330">
                  <c:v>39.4</c:v>
                </c:pt>
                <c:pt idx="331">
                  <c:v>39.5</c:v>
                </c:pt>
                <c:pt idx="332">
                  <c:v>39.5</c:v>
                </c:pt>
                <c:pt idx="333">
                  <c:v>39.4</c:v>
                </c:pt>
                <c:pt idx="334">
                  <c:v>39.200000000000003</c:v>
                </c:pt>
                <c:pt idx="335">
                  <c:v>39.1</c:v>
                </c:pt>
                <c:pt idx="336">
                  <c:v>38.9</c:v>
                </c:pt>
                <c:pt idx="337">
                  <c:v>38.6</c:v>
                </c:pt>
                <c:pt idx="338">
                  <c:v>38.4</c:v>
                </c:pt>
                <c:pt idx="339">
                  <c:v>38.200000000000003</c:v>
                </c:pt>
                <c:pt idx="340">
                  <c:v>37.9</c:v>
                </c:pt>
                <c:pt idx="341">
                  <c:v>37.700000000000003</c:v>
                </c:pt>
                <c:pt idx="342">
                  <c:v>37.4</c:v>
                </c:pt>
                <c:pt idx="343">
                  <c:v>37.200000000000003</c:v>
                </c:pt>
                <c:pt idx="344">
                  <c:v>37</c:v>
                </c:pt>
                <c:pt idx="345">
                  <c:v>36.700000000000003</c:v>
                </c:pt>
                <c:pt idx="346">
                  <c:v>36.5</c:v>
                </c:pt>
                <c:pt idx="347">
                  <c:v>36.200000000000003</c:v>
                </c:pt>
                <c:pt idx="348">
                  <c:v>36</c:v>
                </c:pt>
                <c:pt idx="349">
                  <c:v>35.700000000000003</c:v>
                </c:pt>
                <c:pt idx="350">
                  <c:v>35.5</c:v>
                </c:pt>
                <c:pt idx="351">
                  <c:v>35.200000000000003</c:v>
                </c:pt>
                <c:pt idx="352">
                  <c:v>35</c:v>
                </c:pt>
                <c:pt idx="353">
                  <c:v>34.799999999999997</c:v>
                </c:pt>
                <c:pt idx="354">
                  <c:v>34.6</c:v>
                </c:pt>
                <c:pt idx="355">
                  <c:v>34.4</c:v>
                </c:pt>
                <c:pt idx="356">
                  <c:v>34.1</c:v>
                </c:pt>
                <c:pt idx="357">
                  <c:v>33.9</c:v>
                </c:pt>
                <c:pt idx="358">
                  <c:v>33.799999999999997</c:v>
                </c:pt>
                <c:pt idx="359">
                  <c:v>33.6</c:v>
                </c:pt>
                <c:pt idx="360">
                  <c:v>33.4</c:v>
                </c:pt>
                <c:pt idx="361">
                  <c:v>33.200000000000003</c:v>
                </c:pt>
                <c:pt idx="362">
                  <c:v>32.9</c:v>
                </c:pt>
                <c:pt idx="363">
                  <c:v>32.700000000000003</c:v>
                </c:pt>
                <c:pt idx="364">
                  <c:v>32.5</c:v>
                </c:pt>
                <c:pt idx="365">
                  <c:v>32.299999999999997</c:v>
                </c:pt>
                <c:pt idx="366">
                  <c:v>32.1</c:v>
                </c:pt>
                <c:pt idx="367">
                  <c:v>31.9</c:v>
                </c:pt>
                <c:pt idx="368">
                  <c:v>31.7</c:v>
                </c:pt>
                <c:pt idx="369">
                  <c:v>31.6</c:v>
                </c:pt>
                <c:pt idx="370">
                  <c:v>31.4</c:v>
                </c:pt>
                <c:pt idx="371">
                  <c:v>31.2</c:v>
                </c:pt>
                <c:pt idx="372">
                  <c:v>31</c:v>
                </c:pt>
                <c:pt idx="373">
                  <c:v>30.7</c:v>
                </c:pt>
                <c:pt idx="374">
                  <c:v>30.6</c:v>
                </c:pt>
                <c:pt idx="375">
                  <c:v>30.4</c:v>
                </c:pt>
                <c:pt idx="376">
                  <c:v>30.2</c:v>
                </c:pt>
                <c:pt idx="377">
                  <c:v>29.9</c:v>
                </c:pt>
                <c:pt idx="378">
                  <c:v>29.7</c:v>
                </c:pt>
                <c:pt idx="379">
                  <c:v>29.5</c:v>
                </c:pt>
                <c:pt idx="380">
                  <c:v>29.3</c:v>
                </c:pt>
                <c:pt idx="381">
                  <c:v>29</c:v>
                </c:pt>
                <c:pt idx="382">
                  <c:v>28.8</c:v>
                </c:pt>
                <c:pt idx="383">
                  <c:v>28.6</c:v>
                </c:pt>
                <c:pt idx="384">
                  <c:v>28.3</c:v>
                </c:pt>
                <c:pt idx="385">
                  <c:v>28.1</c:v>
                </c:pt>
                <c:pt idx="386">
                  <c:v>27.9</c:v>
                </c:pt>
                <c:pt idx="387">
                  <c:v>27.7</c:v>
                </c:pt>
                <c:pt idx="388">
                  <c:v>27.5</c:v>
                </c:pt>
                <c:pt idx="389">
                  <c:v>27.3</c:v>
                </c:pt>
                <c:pt idx="390">
                  <c:v>27</c:v>
                </c:pt>
                <c:pt idx="391">
                  <c:v>26.9</c:v>
                </c:pt>
                <c:pt idx="392">
                  <c:v>26.6</c:v>
                </c:pt>
                <c:pt idx="393">
                  <c:v>26.4</c:v>
                </c:pt>
                <c:pt idx="394">
                  <c:v>26.2</c:v>
                </c:pt>
                <c:pt idx="395">
                  <c:v>26.5</c:v>
                </c:pt>
                <c:pt idx="396">
                  <c:v>26.5</c:v>
                </c:pt>
                <c:pt idx="397">
                  <c:v>26.4</c:v>
                </c:pt>
                <c:pt idx="398">
                  <c:v>26.3</c:v>
                </c:pt>
                <c:pt idx="399">
                  <c:v>26.2</c:v>
                </c:pt>
                <c:pt idx="400">
                  <c:v>26</c:v>
                </c:pt>
                <c:pt idx="401">
                  <c:v>25.9</c:v>
                </c:pt>
                <c:pt idx="402">
                  <c:v>25.7</c:v>
                </c:pt>
                <c:pt idx="403">
                  <c:v>25.6</c:v>
                </c:pt>
                <c:pt idx="404">
                  <c:v>25.4</c:v>
                </c:pt>
                <c:pt idx="405">
                  <c:v>25.4</c:v>
                </c:pt>
                <c:pt idx="406">
                  <c:v>25.3</c:v>
                </c:pt>
                <c:pt idx="407">
                  <c:v>25.2</c:v>
                </c:pt>
                <c:pt idx="408">
                  <c:v>25</c:v>
                </c:pt>
                <c:pt idx="409">
                  <c:v>24.9</c:v>
                </c:pt>
                <c:pt idx="410">
                  <c:v>24.7</c:v>
                </c:pt>
                <c:pt idx="411">
                  <c:v>24.6</c:v>
                </c:pt>
                <c:pt idx="412">
                  <c:v>24.5</c:v>
                </c:pt>
                <c:pt idx="413">
                  <c:v>24.3</c:v>
                </c:pt>
                <c:pt idx="414">
                  <c:v>24.2</c:v>
                </c:pt>
                <c:pt idx="415">
                  <c:v>24</c:v>
                </c:pt>
                <c:pt idx="416">
                  <c:v>23.9</c:v>
                </c:pt>
                <c:pt idx="417">
                  <c:v>23.7</c:v>
                </c:pt>
                <c:pt idx="418">
                  <c:v>23.6</c:v>
                </c:pt>
                <c:pt idx="419">
                  <c:v>23.4</c:v>
                </c:pt>
                <c:pt idx="420">
                  <c:v>23.3</c:v>
                </c:pt>
                <c:pt idx="421">
                  <c:v>23.3</c:v>
                </c:pt>
                <c:pt idx="422">
                  <c:v>23.2</c:v>
                </c:pt>
                <c:pt idx="423">
                  <c:v>23.1</c:v>
                </c:pt>
                <c:pt idx="424">
                  <c:v>23</c:v>
                </c:pt>
                <c:pt idx="425">
                  <c:v>22.9</c:v>
                </c:pt>
                <c:pt idx="426">
                  <c:v>22.7</c:v>
                </c:pt>
                <c:pt idx="427">
                  <c:v>22.6</c:v>
                </c:pt>
                <c:pt idx="428">
                  <c:v>22.5</c:v>
                </c:pt>
                <c:pt idx="429">
                  <c:v>22.4</c:v>
                </c:pt>
                <c:pt idx="430">
                  <c:v>22.2</c:v>
                </c:pt>
                <c:pt idx="431">
                  <c:v>22.1</c:v>
                </c:pt>
                <c:pt idx="432">
                  <c:v>22.1</c:v>
                </c:pt>
                <c:pt idx="433">
                  <c:v>22.5</c:v>
                </c:pt>
                <c:pt idx="434">
                  <c:v>22.7</c:v>
                </c:pt>
                <c:pt idx="435">
                  <c:v>22.7</c:v>
                </c:pt>
                <c:pt idx="436">
                  <c:v>22.7</c:v>
                </c:pt>
                <c:pt idx="437">
                  <c:v>22.7</c:v>
                </c:pt>
                <c:pt idx="438">
                  <c:v>22.8</c:v>
                </c:pt>
                <c:pt idx="439">
                  <c:v>23.1</c:v>
                </c:pt>
                <c:pt idx="440">
                  <c:v>23.2</c:v>
                </c:pt>
                <c:pt idx="441">
                  <c:v>23.4</c:v>
                </c:pt>
                <c:pt idx="442">
                  <c:v>23.8</c:v>
                </c:pt>
                <c:pt idx="443">
                  <c:v>24</c:v>
                </c:pt>
                <c:pt idx="444">
                  <c:v>24.1</c:v>
                </c:pt>
                <c:pt idx="445">
                  <c:v>24.2</c:v>
                </c:pt>
                <c:pt idx="446">
                  <c:v>24.3</c:v>
                </c:pt>
                <c:pt idx="447">
                  <c:v>24.3</c:v>
                </c:pt>
                <c:pt idx="448">
                  <c:v>24.3</c:v>
                </c:pt>
                <c:pt idx="449">
                  <c:v>24.4</c:v>
                </c:pt>
                <c:pt idx="450">
                  <c:v>24.5</c:v>
                </c:pt>
                <c:pt idx="451">
                  <c:v>24.8</c:v>
                </c:pt>
                <c:pt idx="452">
                  <c:v>25</c:v>
                </c:pt>
                <c:pt idx="453">
                  <c:v>25.2</c:v>
                </c:pt>
                <c:pt idx="454">
                  <c:v>25.4</c:v>
                </c:pt>
                <c:pt idx="455">
                  <c:v>25.7</c:v>
                </c:pt>
                <c:pt idx="456">
                  <c:v>26</c:v>
                </c:pt>
                <c:pt idx="457">
                  <c:v>26.4</c:v>
                </c:pt>
                <c:pt idx="458">
                  <c:v>26.7</c:v>
                </c:pt>
                <c:pt idx="459">
                  <c:v>27.1</c:v>
                </c:pt>
                <c:pt idx="460">
                  <c:v>27.4</c:v>
                </c:pt>
                <c:pt idx="461">
                  <c:v>27.6</c:v>
                </c:pt>
                <c:pt idx="462">
                  <c:v>27.8</c:v>
                </c:pt>
                <c:pt idx="463">
                  <c:v>28</c:v>
                </c:pt>
                <c:pt idx="464">
                  <c:v>28.1</c:v>
                </c:pt>
                <c:pt idx="465">
                  <c:v>28.3</c:v>
                </c:pt>
                <c:pt idx="466">
                  <c:v>28.4</c:v>
                </c:pt>
                <c:pt idx="467">
                  <c:v>28.4</c:v>
                </c:pt>
                <c:pt idx="468">
                  <c:v>28.5</c:v>
                </c:pt>
                <c:pt idx="469">
                  <c:v>28.6</c:v>
                </c:pt>
                <c:pt idx="470">
                  <c:v>28.7</c:v>
                </c:pt>
                <c:pt idx="471">
                  <c:v>28.8</c:v>
                </c:pt>
                <c:pt idx="472">
                  <c:v>28.9</c:v>
                </c:pt>
                <c:pt idx="473">
                  <c:v>28.9</c:v>
                </c:pt>
                <c:pt idx="474">
                  <c:v>29</c:v>
                </c:pt>
                <c:pt idx="475">
                  <c:v>29</c:v>
                </c:pt>
                <c:pt idx="476">
                  <c:v>29.1</c:v>
                </c:pt>
                <c:pt idx="477">
                  <c:v>29.1</c:v>
                </c:pt>
                <c:pt idx="478">
                  <c:v>29.2</c:v>
                </c:pt>
                <c:pt idx="479">
                  <c:v>29.3</c:v>
                </c:pt>
                <c:pt idx="480">
                  <c:v>29.3</c:v>
                </c:pt>
                <c:pt idx="481">
                  <c:v>29.3</c:v>
                </c:pt>
                <c:pt idx="482">
                  <c:v>29.3</c:v>
                </c:pt>
                <c:pt idx="483">
                  <c:v>29.3</c:v>
                </c:pt>
                <c:pt idx="484">
                  <c:v>29.3</c:v>
                </c:pt>
                <c:pt idx="485">
                  <c:v>29.3</c:v>
                </c:pt>
                <c:pt idx="486">
                  <c:v>29.3</c:v>
                </c:pt>
                <c:pt idx="487">
                  <c:v>29.2</c:v>
                </c:pt>
                <c:pt idx="488">
                  <c:v>29.2</c:v>
                </c:pt>
                <c:pt idx="489">
                  <c:v>29.1</c:v>
                </c:pt>
                <c:pt idx="490">
                  <c:v>29.1</c:v>
                </c:pt>
                <c:pt idx="491">
                  <c:v>29</c:v>
                </c:pt>
                <c:pt idx="492">
                  <c:v>29</c:v>
                </c:pt>
                <c:pt idx="493">
                  <c:v>28.9</c:v>
                </c:pt>
                <c:pt idx="494">
                  <c:v>28.8</c:v>
                </c:pt>
                <c:pt idx="495">
                  <c:v>28.7</c:v>
                </c:pt>
                <c:pt idx="496">
                  <c:v>28.7</c:v>
                </c:pt>
                <c:pt idx="497">
                  <c:v>28.6</c:v>
                </c:pt>
                <c:pt idx="498">
                  <c:v>28.5</c:v>
                </c:pt>
                <c:pt idx="499">
                  <c:v>28.4</c:v>
                </c:pt>
                <c:pt idx="500">
                  <c:v>28.4</c:v>
                </c:pt>
                <c:pt idx="501">
                  <c:v>28.3</c:v>
                </c:pt>
                <c:pt idx="502">
                  <c:v>28.2</c:v>
                </c:pt>
                <c:pt idx="503">
                  <c:v>28.1</c:v>
                </c:pt>
                <c:pt idx="504">
                  <c:v>28</c:v>
                </c:pt>
                <c:pt idx="505">
                  <c:v>28</c:v>
                </c:pt>
                <c:pt idx="506">
                  <c:v>27.9</c:v>
                </c:pt>
                <c:pt idx="507">
                  <c:v>27.8</c:v>
                </c:pt>
                <c:pt idx="508">
                  <c:v>27.6</c:v>
                </c:pt>
                <c:pt idx="509">
                  <c:v>27.5</c:v>
                </c:pt>
                <c:pt idx="510">
                  <c:v>27.5</c:v>
                </c:pt>
                <c:pt idx="511">
                  <c:v>27.4</c:v>
                </c:pt>
                <c:pt idx="512">
                  <c:v>27.2</c:v>
                </c:pt>
                <c:pt idx="513">
                  <c:v>27.1</c:v>
                </c:pt>
                <c:pt idx="514">
                  <c:v>27</c:v>
                </c:pt>
                <c:pt idx="515">
                  <c:v>26.9</c:v>
                </c:pt>
                <c:pt idx="516">
                  <c:v>26.7</c:v>
                </c:pt>
                <c:pt idx="517">
                  <c:v>26.6</c:v>
                </c:pt>
                <c:pt idx="518">
                  <c:v>26.5</c:v>
                </c:pt>
                <c:pt idx="519">
                  <c:v>26.4</c:v>
                </c:pt>
                <c:pt idx="520">
                  <c:v>26.2</c:v>
                </c:pt>
                <c:pt idx="521">
                  <c:v>26.1</c:v>
                </c:pt>
                <c:pt idx="522">
                  <c:v>26</c:v>
                </c:pt>
                <c:pt idx="523">
                  <c:v>25.8</c:v>
                </c:pt>
                <c:pt idx="524">
                  <c:v>25.7</c:v>
                </c:pt>
                <c:pt idx="525">
                  <c:v>25.5</c:v>
                </c:pt>
                <c:pt idx="526">
                  <c:v>25.4</c:v>
                </c:pt>
                <c:pt idx="527">
                  <c:v>25.3</c:v>
                </c:pt>
                <c:pt idx="528">
                  <c:v>25.2</c:v>
                </c:pt>
                <c:pt idx="529">
                  <c:v>25.3</c:v>
                </c:pt>
                <c:pt idx="530">
                  <c:v>25.8</c:v>
                </c:pt>
                <c:pt idx="531">
                  <c:v>26.4</c:v>
                </c:pt>
                <c:pt idx="532">
                  <c:v>26.8</c:v>
                </c:pt>
                <c:pt idx="533">
                  <c:v>27.1</c:v>
                </c:pt>
                <c:pt idx="534">
                  <c:v>27.3</c:v>
                </c:pt>
                <c:pt idx="535">
                  <c:v>27.5</c:v>
                </c:pt>
                <c:pt idx="536">
                  <c:v>27.6</c:v>
                </c:pt>
                <c:pt idx="537">
                  <c:v>27.7</c:v>
                </c:pt>
                <c:pt idx="538">
                  <c:v>27.7</c:v>
                </c:pt>
                <c:pt idx="539">
                  <c:v>27.7</c:v>
                </c:pt>
                <c:pt idx="540">
                  <c:v>27.8</c:v>
                </c:pt>
                <c:pt idx="541">
                  <c:v>27.8</c:v>
                </c:pt>
                <c:pt idx="542">
                  <c:v>27.8</c:v>
                </c:pt>
                <c:pt idx="543">
                  <c:v>27.8</c:v>
                </c:pt>
                <c:pt idx="544">
                  <c:v>27.8</c:v>
                </c:pt>
                <c:pt idx="545">
                  <c:v>27.8</c:v>
                </c:pt>
                <c:pt idx="546">
                  <c:v>27.8</c:v>
                </c:pt>
                <c:pt idx="547">
                  <c:v>27.8</c:v>
                </c:pt>
                <c:pt idx="548">
                  <c:v>27.8</c:v>
                </c:pt>
                <c:pt idx="549">
                  <c:v>27.8</c:v>
                </c:pt>
                <c:pt idx="550">
                  <c:v>27.9</c:v>
                </c:pt>
                <c:pt idx="551">
                  <c:v>27.9</c:v>
                </c:pt>
                <c:pt idx="552">
                  <c:v>28.1</c:v>
                </c:pt>
                <c:pt idx="553">
                  <c:v>28.3</c:v>
                </c:pt>
                <c:pt idx="554">
                  <c:v>28.5</c:v>
                </c:pt>
                <c:pt idx="555">
                  <c:v>28.6</c:v>
                </c:pt>
                <c:pt idx="556">
                  <c:v>28.7</c:v>
                </c:pt>
                <c:pt idx="557">
                  <c:v>28.7</c:v>
                </c:pt>
                <c:pt idx="558">
                  <c:v>28.7</c:v>
                </c:pt>
                <c:pt idx="559">
                  <c:v>28.7</c:v>
                </c:pt>
                <c:pt idx="560">
                  <c:v>28.7</c:v>
                </c:pt>
                <c:pt idx="561">
                  <c:v>28.7</c:v>
                </c:pt>
                <c:pt idx="562">
                  <c:v>28.6</c:v>
                </c:pt>
                <c:pt idx="563">
                  <c:v>28.6</c:v>
                </c:pt>
                <c:pt idx="564">
                  <c:v>28.6</c:v>
                </c:pt>
                <c:pt idx="565">
                  <c:v>28.5</c:v>
                </c:pt>
                <c:pt idx="566">
                  <c:v>28.4</c:v>
                </c:pt>
                <c:pt idx="567">
                  <c:v>28.3</c:v>
                </c:pt>
                <c:pt idx="568">
                  <c:v>28.2</c:v>
                </c:pt>
                <c:pt idx="569">
                  <c:v>28.1</c:v>
                </c:pt>
                <c:pt idx="570">
                  <c:v>28</c:v>
                </c:pt>
                <c:pt idx="571">
                  <c:v>27.9</c:v>
                </c:pt>
                <c:pt idx="572">
                  <c:v>27.7</c:v>
                </c:pt>
                <c:pt idx="573">
                  <c:v>27.6</c:v>
                </c:pt>
                <c:pt idx="574">
                  <c:v>27.5</c:v>
                </c:pt>
                <c:pt idx="575">
                  <c:v>27.3</c:v>
                </c:pt>
                <c:pt idx="576">
                  <c:v>27.2</c:v>
                </c:pt>
                <c:pt idx="577">
                  <c:v>27.1</c:v>
                </c:pt>
                <c:pt idx="578">
                  <c:v>27</c:v>
                </c:pt>
                <c:pt idx="579">
                  <c:v>26.8</c:v>
                </c:pt>
                <c:pt idx="580">
                  <c:v>26.7</c:v>
                </c:pt>
                <c:pt idx="581">
                  <c:v>26.5</c:v>
                </c:pt>
                <c:pt idx="582">
                  <c:v>26.4</c:v>
                </c:pt>
                <c:pt idx="583">
                  <c:v>26.2</c:v>
                </c:pt>
                <c:pt idx="584">
                  <c:v>26.2</c:v>
                </c:pt>
                <c:pt idx="585">
                  <c:v>26</c:v>
                </c:pt>
                <c:pt idx="586">
                  <c:v>25.9</c:v>
                </c:pt>
                <c:pt idx="587">
                  <c:v>25.8</c:v>
                </c:pt>
                <c:pt idx="588">
                  <c:v>25.6</c:v>
                </c:pt>
                <c:pt idx="589">
                  <c:v>25.5</c:v>
                </c:pt>
                <c:pt idx="590">
                  <c:v>25.4</c:v>
                </c:pt>
                <c:pt idx="591">
                  <c:v>25.4</c:v>
                </c:pt>
                <c:pt idx="592">
                  <c:v>25.2</c:v>
                </c:pt>
                <c:pt idx="593">
                  <c:v>25.3</c:v>
                </c:pt>
                <c:pt idx="594">
                  <c:v>28.1</c:v>
                </c:pt>
                <c:pt idx="595">
                  <c:v>29.1</c:v>
                </c:pt>
                <c:pt idx="596">
                  <c:v>29.6</c:v>
                </c:pt>
                <c:pt idx="597">
                  <c:v>30</c:v>
                </c:pt>
                <c:pt idx="598">
                  <c:v>31.1</c:v>
                </c:pt>
                <c:pt idx="599">
                  <c:v>32.1</c:v>
                </c:pt>
                <c:pt idx="600">
                  <c:v>32.6</c:v>
                </c:pt>
                <c:pt idx="601">
                  <c:v>32.9</c:v>
                </c:pt>
                <c:pt idx="602">
                  <c:v>33.200000000000003</c:v>
                </c:pt>
                <c:pt idx="603">
                  <c:v>33.4</c:v>
                </c:pt>
                <c:pt idx="604">
                  <c:v>33.5</c:v>
                </c:pt>
                <c:pt idx="605">
                  <c:v>33.6</c:v>
                </c:pt>
                <c:pt idx="606">
                  <c:v>33.700000000000003</c:v>
                </c:pt>
                <c:pt idx="607">
                  <c:v>33.700000000000003</c:v>
                </c:pt>
                <c:pt idx="608">
                  <c:v>33.700000000000003</c:v>
                </c:pt>
                <c:pt idx="609">
                  <c:v>33.700000000000003</c:v>
                </c:pt>
                <c:pt idx="610">
                  <c:v>36.5</c:v>
                </c:pt>
                <c:pt idx="611">
                  <c:v>38.1</c:v>
                </c:pt>
                <c:pt idx="612">
                  <c:v>38.799999999999997</c:v>
                </c:pt>
                <c:pt idx="613">
                  <c:v>39.200000000000003</c:v>
                </c:pt>
                <c:pt idx="614">
                  <c:v>39.5</c:v>
                </c:pt>
                <c:pt idx="615">
                  <c:v>39.6</c:v>
                </c:pt>
                <c:pt idx="616">
                  <c:v>39.6</c:v>
                </c:pt>
                <c:pt idx="617">
                  <c:v>39.799999999999997</c:v>
                </c:pt>
                <c:pt idx="618">
                  <c:v>39.9</c:v>
                </c:pt>
                <c:pt idx="619">
                  <c:v>39.9</c:v>
                </c:pt>
                <c:pt idx="620">
                  <c:v>39.9</c:v>
                </c:pt>
                <c:pt idx="621">
                  <c:v>39.799999999999997</c:v>
                </c:pt>
                <c:pt idx="622">
                  <c:v>39.9</c:v>
                </c:pt>
                <c:pt idx="623">
                  <c:v>40.799999999999997</c:v>
                </c:pt>
                <c:pt idx="624">
                  <c:v>41.3</c:v>
                </c:pt>
                <c:pt idx="625">
                  <c:v>41.6</c:v>
                </c:pt>
                <c:pt idx="626">
                  <c:v>41.7</c:v>
                </c:pt>
                <c:pt idx="627">
                  <c:v>41.8</c:v>
                </c:pt>
                <c:pt idx="628">
                  <c:v>41.8</c:v>
                </c:pt>
                <c:pt idx="629">
                  <c:v>41.7</c:v>
                </c:pt>
                <c:pt idx="630">
                  <c:v>41.6</c:v>
                </c:pt>
                <c:pt idx="631">
                  <c:v>41.9</c:v>
                </c:pt>
                <c:pt idx="632">
                  <c:v>42</c:v>
                </c:pt>
                <c:pt idx="633">
                  <c:v>42.1</c:v>
                </c:pt>
                <c:pt idx="634">
                  <c:v>42.1</c:v>
                </c:pt>
                <c:pt idx="635">
                  <c:v>42.1</c:v>
                </c:pt>
                <c:pt idx="636">
                  <c:v>42</c:v>
                </c:pt>
                <c:pt idx="637">
                  <c:v>41.9</c:v>
                </c:pt>
                <c:pt idx="638">
                  <c:v>41.8</c:v>
                </c:pt>
                <c:pt idx="639">
                  <c:v>41.6</c:v>
                </c:pt>
                <c:pt idx="640">
                  <c:v>41.5</c:v>
                </c:pt>
                <c:pt idx="641">
                  <c:v>41.3</c:v>
                </c:pt>
                <c:pt idx="642">
                  <c:v>41.1</c:v>
                </c:pt>
                <c:pt idx="643">
                  <c:v>40.9</c:v>
                </c:pt>
                <c:pt idx="644">
                  <c:v>40.700000000000003</c:v>
                </c:pt>
                <c:pt idx="645">
                  <c:v>40.5</c:v>
                </c:pt>
                <c:pt idx="646">
                  <c:v>40.299999999999997</c:v>
                </c:pt>
                <c:pt idx="647">
                  <c:v>40</c:v>
                </c:pt>
                <c:pt idx="648">
                  <c:v>39.799999999999997</c:v>
                </c:pt>
                <c:pt idx="649">
                  <c:v>39.6</c:v>
                </c:pt>
                <c:pt idx="650">
                  <c:v>39.4</c:v>
                </c:pt>
                <c:pt idx="651">
                  <c:v>39.1</c:v>
                </c:pt>
                <c:pt idx="652">
                  <c:v>38.9</c:v>
                </c:pt>
                <c:pt idx="653">
                  <c:v>38.700000000000003</c:v>
                </c:pt>
                <c:pt idx="654">
                  <c:v>38.5</c:v>
                </c:pt>
                <c:pt idx="655">
                  <c:v>38.4</c:v>
                </c:pt>
                <c:pt idx="656">
                  <c:v>38.1</c:v>
                </c:pt>
                <c:pt idx="657">
                  <c:v>37.9</c:v>
                </c:pt>
                <c:pt idx="658">
                  <c:v>37.6</c:v>
                </c:pt>
                <c:pt idx="659">
                  <c:v>37.4</c:v>
                </c:pt>
                <c:pt idx="660">
                  <c:v>37.200000000000003</c:v>
                </c:pt>
                <c:pt idx="661">
                  <c:v>36.9</c:v>
                </c:pt>
                <c:pt idx="662">
                  <c:v>36.9</c:v>
                </c:pt>
                <c:pt idx="663">
                  <c:v>36.700000000000003</c:v>
                </c:pt>
                <c:pt idx="664">
                  <c:v>36.5</c:v>
                </c:pt>
                <c:pt idx="665">
                  <c:v>36.299999999999997</c:v>
                </c:pt>
                <c:pt idx="666">
                  <c:v>36.1</c:v>
                </c:pt>
                <c:pt idx="667">
                  <c:v>35.799999999999997</c:v>
                </c:pt>
                <c:pt idx="668">
                  <c:v>35.700000000000003</c:v>
                </c:pt>
                <c:pt idx="669">
                  <c:v>35.700000000000003</c:v>
                </c:pt>
                <c:pt idx="670">
                  <c:v>36.299999999999997</c:v>
                </c:pt>
                <c:pt idx="671">
                  <c:v>36.4</c:v>
                </c:pt>
                <c:pt idx="672">
                  <c:v>45</c:v>
                </c:pt>
                <c:pt idx="673">
                  <c:v>49.3</c:v>
                </c:pt>
                <c:pt idx="674">
                  <c:v>52.7</c:v>
                </c:pt>
                <c:pt idx="675">
                  <c:v>54.2</c:v>
                </c:pt>
                <c:pt idx="676">
                  <c:v>54.9</c:v>
                </c:pt>
                <c:pt idx="677">
                  <c:v>55.3</c:v>
                </c:pt>
                <c:pt idx="678">
                  <c:v>55.4</c:v>
                </c:pt>
                <c:pt idx="679">
                  <c:v>55.5</c:v>
                </c:pt>
                <c:pt idx="680">
                  <c:v>55.6</c:v>
                </c:pt>
                <c:pt idx="681">
                  <c:v>55.6</c:v>
                </c:pt>
                <c:pt idx="682">
                  <c:v>55.5</c:v>
                </c:pt>
                <c:pt idx="683">
                  <c:v>55.3</c:v>
                </c:pt>
                <c:pt idx="684">
                  <c:v>55.6</c:v>
                </c:pt>
                <c:pt idx="685">
                  <c:v>55.8</c:v>
                </c:pt>
                <c:pt idx="686">
                  <c:v>55.9</c:v>
                </c:pt>
                <c:pt idx="687">
                  <c:v>55.9</c:v>
                </c:pt>
                <c:pt idx="688">
                  <c:v>55.8</c:v>
                </c:pt>
                <c:pt idx="689">
                  <c:v>55.7</c:v>
                </c:pt>
                <c:pt idx="690">
                  <c:v>55.5</c:v>
                </c:pt>
                <c:pt idx="691">
                  <c:v>55.3</c:v>
                </c:pt>
                <c:pt idx="692">
                  <c:v>55.1</c:v>
                </c:pt>
                <c:pt idx="693">
                  <c:v>54.9</c:v>
                </c:pt>
                <c:pt idx="694">
                  <c:v>54.7</c:v>
                </c:pt>
                <c:pt idx="695">
                  <c:v>54.5</c:v>
                </c:pt>
                <c:pt idx="696">
                  <c:v>54.3</c:v>
                </c:pt>
                <c:pt idx="697">
                  <c:v>54.1</c:v>
                </c:pt>
                <c:pt idx="698">
                  <c:v>54</c:v>
                </c:pt>
                <c:pt idx="699">
                  <c:v>53.7</c:v>
                </c:pt>
                <c:pt idx="700">
                  <c:v>53.5</c:v>
                </c:pt>
                <c:pt idx="701">
                  <c:v>53.2</c:v>
                </c:pt>
                <c:pt idx="702">
                  <c:v>53</c:v>
                </c:pt>
                <c:pt idx="703">
                  <c:v>52.7</c:v>
                </c:pt>
                <c:pt idx="704">
                  <c:v>52.5</c:v>
                </c:pt>
                <c:pt idx="705">
                  <c:v>52.2</c:v>
                </c:pt>
                <c:pt idx="706">
                  <c:v>52</c:v>
                </c:pt>
                <c:pt idx="707">
                  <c:v>51.7</c:v>
                </c:pt>
                <c:pt idx="708">
                  <c:v>51.4</c:v>
                </c:pt>
                <c:pt idx="709">
                  <c:v>51.1</c:v>
                </c:pt>
                <c:pt idx="710">
                  <c:v>50.8</c:v>
                </c:pt>
                <c:pt idx="711">
                  <c:v>50.5</c:v>
                </c:pt>
                <c:pt idx="712">
                  <c:v>50.2</c:v>
                </c:pt>
                <c:pt idx="713">
                  <c:v>49.9</c:v>
                </c:pt>
                <c:pt idx="714">
                  <c:v>49.7</c:v>
                </c:pt>
                <c:pt idx="715">
                  <c:v>49.4</c:v>
                </c:pt>
                <c:pt idx="716">
                  <c:v>49.1</c:v>
                </c:pt>
                <c:pt idx="717">
                  <c:v>48.7</c:v>
                </c:pt>
                <c:pt idx="718">
                  <c:v>48.4</c:v>
                </c:pt>
                <c:pt idx="719">
                  <c:v>48.1</c:v>
                </c:pt>
                <c:pt idx="720">
                  <c:v>47.8</c:v>
                </c:pt>
                <c:pt idx="721">
                  <c:v>47.5</c:v>
                </c:pt>
                <c:pt idx="722">
                  <c:v>47.1</c:v>
                </c:pt>
                <c:pt idx="723">
                  <c:v>46.8</c:v>
                </c:pt>
                <c:pt idx="724">
                  <c:v>46.5</c:v>
                </c:pt>
                <c:pt idx="725">
                  <c:v>46.2</c:v>
                </c:pt>
                <c:pt idx="726">
                  <c:v>45.9</c:v>
                </c:pt>
                <c:pt idx="727">
                  <c:v>45.6</c:v>
                </c:pt>
                <c:pt idx="728">
                  <c:v>45.4</c:v>
                </c:pt>
                <c:pt idx="729">
                  <c:v>45.1</c:v>
                </c:pt>
                <c:pt idx="730">
                  <c:v>44.8</c:v>
                </c:pt>
                <c:pt idx="731">
                  <c:v>44.6</c:v>
                </c:pt>
                <c:pt idx="732">
                  <c:v>44.3</c:v>
                </c:pt>
                <c:pt idx="733">
                  <c:v>44</c:v>
                </c:pt>
                <c:pt idx="734">
                  <c:v>43.8</c:v>
                </c:pt>
                <c:pt idx="735">
                  <c:v>43.5</c:v>
                </c:pt>
                <c:pt idx="736">
                  <c:v>43.2</c:v>
                </c:pt>
                <c:pt idx="737">
                  <c:v>43</c:v>
                </c:pt>
                <c:pt idx="738">
                  <c:v>42.7</c:v>
                </c:pt>
                <c:pt idx="739">
                  <c:v>42.5</c:v>
                </c:pt>
                <c:pt idx="740">
                  <c:v>42.2</c:v>
                </c:pt>
                <c:pt idx="741">
                  <c:v>41.9</c:v>
                </c:pt>
                <c:pt idx="742">
                  <c:v>41.8</c:v>
                </c:pt>
                <c:pt idx="743">
                  <c:v>41.6</c:v>
                </c:pt>
                <c:pt idx="744">
                  <c:v>41.4</c:v>
                </c:pt>
                <c:pt idx="745">
                  <c:v>41.1</c:v>
                </c:pt>
                <c:pt idx="746">
                  <c:v>40.9</c:v>
                </c:pt>
                <c:pt idx="747">
                  <c:v>42</c:v>
                </c:pt>
                <c:pt idx="748">
                  <c:v>42.1</c:v>
                </c:pt>
                <c:pt idx="749">
                  <c:v>42</c:v>
                </c:pt>
                <c:pt idx="750">
                  <c:v>41.9</c:v>
                </c:pt>
                <c:pt idx="751">
                  <c:v>41.7</c:v>
                </c:pt>
                <c:pt idx="752">
                  <c:v>41.5</c:v>
                </c:pt>
                <c:pt idx="753">
                  <c:v>41.3</c:v>
                </c:pt>
                <c:pt idx="754">
                  <c:v>41.1</c:v>
                </c:pt>
                <c:pt idx="755">
                  <c:v>40.9</c:v>
                </c:pt>
                <c:pt idx="756">
                  <c:v>40.700000000000003</c:v>
                </c:pt>
                <c:pt idx="757">
                  <c:v>40.6</c:v>
                </c:pt>
                <c:pt idx="758">
                  <c:v>40.4</c:v>
                </c:pt>
                <c:pt idx="759">
                  <c:v>40.200000000000003</c:v>
                </c:pt>
                <c:pt idx="760">
                  <c:v>40</c:v>
                </c:pt>
                <c:pt idx="761">
                  <c:v>39.799999999999997</c:v>
                </c:pt>
                <c:pt idx="762">
                  <c:v>39.700000000000003</c:v>
                </c:pt>
                <c:pt idx="763">
                  <c:v>39.6</c:v>
                </c:pt>
                <c:pt idx="764">
                  <c:v>39.5</c:v>
                </c:pt>
                <c:pt idx="765">
                  <c:v>39.4</c:v>
                </c:pt>
                <c:pt idx="766">
                  <c:v>39.200000000000003</c:v>
                </c:pt>
                <c:pt idx="767">
                  <c:v>39.1</c:v>
                </c:pt>
                <c:pt idx="768">
                  <c:v>39.5</c:v>
                </c:pt>
                <c:pt idx="769">
                  <c:v>39.6</c:v>
                </c:pt>
                <c:pt idx="770">
                  <c:v>39.6</c:v>
                </c:pt>
                <c:pt idx="771">
                  <c:v>39.5</c:v>
                </c:pt>
                <c:pt idx="772">
                  <c:v>39.4</c:v>
                </c:pt>
                <c:pt idx="773">
                  <c:v>39.200000000000003</c:v>
                </c:pt>
                <c:pt idx="774">
                  <c:v>39.1</c:v>
                </c:pt>
                <c:pt idx="775">
                  <c:v>38.9</c:v>
                </c:pt>
                <c:pt idx="776">
                  <c:v>38.799999999999997</c:v>
                </c:pt>
                <c:pt idx="777">
                  <c:v>38.799999999999997</c:v>
                </c:pt>
                <c:pt idx="778">
                  <c:v>38.5</c:v>
                </c:pt>
                <c:pt idx="779">
                  <c:v>38.4</c:v>
                </c:pt>
                <c:pt idx="780">
                  <c:v>38.200000000000003</c:v>
                </c:pt>
                <c:pt idx="781">
                  <c:v>38</c:v>
                </c:pt>
                <c:pt idx="782">
                  <c:v>37.9</c:v>
                </c:pt>
                <c:pt idx="783">
                  <c:v>37.700000000000003</c:v>
                </c:pt>
                <c:pt idx="784">
                  <c:v>37.5</c:v>
                </c:pt>
                <c:pt idx="785">
                  <c:v>37.5</c:v>
                </c:pt>
                <c:pt idx="786">
                  <c:v>37.5</c:v>
                </c:pt>
                <c:pt idx="787">
                  <c:v>37.4</c:v>
                </c:pt>
                <c:pt idx="788">
                  <c:v>37.299999999999997</c:v>
                </c:pt>
                <c:pt idx="789">
                  <c:v>37.200000000000003</c:v>
                </c:pt>
                <c:pt idx="790">
                  <c:v>37.1</c:v>
                </c:pt>
                <c:pt idx="791">
                  <c:v>36.9</c:v>
                </c:pt>
                <c:pt idx="792">
                  <c:v>36.799999999999997</c:v>
                </c:pt>
                <c:pt idx="793">
                  <c:v>36.6</c:v>
                </c:pt>
                <c:pt idx="794">
                  <c:v>36.5</c:v>
                </c:pt>
                <c:pt idx="795">
                  <c:v>36.299999999999997</c:v>
                </c:pt>
                <c:pt idx="796">
                  <c:v>36.1</c:v>
                </c:pt>
                <c:pt idx="797">
                  <c:v>36</c:v>
                </c:pt>
                <c:pt idx="798">
                  <c:v>35.799999999999997</c:v>
                </c:pt>
                <c:pt idx="799">
                  <c:v>35.700000000000003</c:v>
                </c:pt>
                <c:pt idx="800">
                  <c:v>35.5</c:v>
                </c:pt>
                <c:pt idx="801">
                  <c:v>35.4</c:v>
                </c:pt>
                <c:pt idx="802">
                  <c:v>35.200000000000003</c:v>
                </c:pt>
                <c:pt idx="803">
                  <c:v>35</c:v>
                </c:pt>
                <c:pt idx="804">
                  <c:v>34.799999999999997</c:v>
                </c:pt>
                <c:pt idx="805">
                  <c:v>34.700000000000003</c:v>
                </c:pt>
                <c:pt idx="806">
                  <c:v>34.5</c:v>
                </c:pt>
                <c:pt idx="807">
                  <c:v>34.299999999999997</c:v>
                </c:pt>
                <c:pt idx="808">
                  <c:v>34.200000000000003</c:v>
                </c:pt>
                <c:pt idx="809">
                  <c:v>34</c:v>
                </c:pt>
                <c:pt idx="810">
                  <c:v>33.799999999999997</c:v>
                </c:pt>
                <c:pt idx="811">
                  <c:v>33.700000000000003</c:v>
                </c:pt>
                <c:pt idx="812">
                  <c:v>33.5</c:v>
                </c:pt>
                <c:pt idx="813">
                  <c:v>33.299999999999997</c:v>
                </c:pt>
                <c:pt idx="814">
                  <c:v>33.1</c:v>
                </c:pt>
                <c:pt idx="815">
                  <c:v>32.9</c:v>
                </c:pt>
                <c:pt idx="816">
                  <c:v>32.799999999999997</c:v>
                </c:pt>
                <c:pt idx="817">
                  <c:v>32.6</c:v>
                </c:pt>
                <c:pt idx="818">
                  <c:v>32.4</c:v>
                </c:pt>
                <c:pt idx="819">
                  <c:v>32.299999999999997</c:v>
                </c:pt>
                <c:pt idx="820">
                  <c:v>32.1</c:v>
                </c:pt>
                <c:pt idx="821">
                  <c:v>31.9</c:v>
                </c:pt>
                <c:pt idx="822">
                  <c:v>31.8</c:v>
                </c:pt>
                <c:pt idx="823">
                  <c:v>31.6</c:v>
                </c:pt>
                <c:pt idx="824">
                  <c:v>31.4</c:v>
                </c:pt>
                <c:pt idx="825">
                  <c:v>31.3</c:v>
                </c:pt>
                <c:pt idx="826">
                  <c:v>31.1</c:v>
                </c:pt>
                <c:pt idx="827">
                  <c:v>30.9</c:v>
                </c:pt>
                <c:pt idx="828">
                  <c:v>30.8</c:v>
                </c:pt>
                <c:pt idx="829">
                  <c:v>30.6</c:v>
                </c:pt>
                <c:pt idx="830">
                  <c:v>30.5</c:v>
                </c:pt>
                <c:pt idx="831">
                  <c:v>30.3</c:v>
                </c:pt>
                <c:pt idx="832">
                  <c:v>30.2</c:v>
                </c:pt>
                <c:pt idx="833">
                  <c:v>30</c:v>
                </c:pt>
                <c:pt idx="834">
                  <c:v>29.8</c:v>
                </c:pt>
                <c:pt idx="835">
                  <c:v>29.6</c:v>
                </c:pt>
                <c:pt idx="836">
                  <c:v>29.4</c:v>
                </c:pt>
                <c:pt idx="837">
                  <c:v>29.2</c:v>
                </c:pt>
                <c:pt idx="838">
                  <c:v>29</c:v>
                </c:pt>
                <c:pt idx="839">
                  <c:v>28.8</c:v>
                </c:pt>
                <c:pt idx="840">
                  <c:v>28.7</c:v>
                </c:pt>
                <c:pt idx="841">
                  <c:v>28.5</c:v>
                </c:pt>
                <c:pt idx="842">
                  <c:v>28.4</c:v>
                </c:pt>
                <c:pt idx="843">
                  <c:v>28.7</c:v>
                </c:pt>
                <c:pt idx="844">
                  <c:v>29</c:v>
                </c:pt>
                <c:pt idx="845">
                  <c:v>29.2</c:v>
                </c:pt>
                <c:pt idx="846">
                  <c:v>29.2</c:v>
                </c:pt>
                <c:pt idx="847">
                  <c:v>29.3</c:v>
                </c:pt>
                <c:pt idx="848">
                  <c:v>29.3</c:v>
                </c:pt>
                <c:pt idx="849">
                  <c:v>29.3</c:v>
                </c:pt>
                <c:pt idx="850">
                  <c:v>29.3</c:v>
                </c:pt>
                <c:pt idx="851">
                  <c:v>29.2</c:v>
                </c:pt>
                <c:pt idx="852">
                  <c:v>29.1</c:v>
                </c:pt>
                <c:pt idx="853">
                  <c:v>29</c:v>
                </c:pt>
                <c:pt idx="854">
                  <c:v>29</c:v>
                </c:pt>
                <c:pt idx="855">
                  <c:v>28.9</c:v>
                </c:pt>
                <c:pt idx="856">
                  <c:v>28.7</c:v>
                </c:pt>
                <c:pt idx="857">
                  <c:v>28.6</c:v>
                </c:pt>
                <c:pt idx="858">
                  <c:v>28.5</c:v>
                </c:pt>
                <c:pt idx="859">
                  <c:v>28.4</c:v>
                </c:pt>
                <c:pt idx="860">
                  <c:v>28.2</c:v>
                </c:pt>
                <c:pt idx="861">
                  <c:v>28.1</c:v>
                </c:pt>
                <c:pt idx="862">
                  <c:v>28</c:v>
                </c:pt>
                <c:pt idx="863">
                  <c:v>27.8</c:v>
                </c:pt>
                <c:pt idx="864">
                  <c:v>27.7</c:v>
                </c:pt>
                <c:pt idx="865">
                  <c:v>27.5</c:v>
                </c:pt>
                <c:pt idx="866">
                  <c:v>27.4</c:v>
                </c:pt>
                <c:pt idx="867">
                  <c:v>27.2</c:v>
                </c:pt>
                <c:pt idx="868">
                  <c:v>27</c:v>
                </c:pt>
                <c:pt idx="869">
                  <c:v>26.8</c:v>
                </c:pt>
                <c:pt idx="870">
                  <c:v>26.7</c:v>
                </c:pt>
                <c:pt idx="871">
                  <c:v>26.5</c:v>
                </c:pt>
                <c:pt idx="872">
                  <c:v>26.3</c:v>
                </c:pt>
                <c:pt idx="873">
                  <c:v>26.2</c:v>
                </c:pt>
                <c:pt idx="874">
                  <c:v>26</c:v>
                </c:pt>
                <c:pt idx="875">
                  <c:v>25.9</c:v>
                </c:pt>
                <c:pt idx="876">
                  <c:v>25.7</c:v>
                </c:pt>
                <c:pt idx="877">
                  <c:v>25.5</c:v>
                </c:pt>
                <c:pt idx="878">
                  <c:v>25.3</c:v>
                </c:pt>
                <c:pt idx="879">
                  <c:v>25.1</c:v>
                </c:pt>
                <c:pt idx="880">
                  <c:v>24.9</c:v>
                </c:pt>
                <c:pt idx="881">
                  <c:v>24.8</c:v>
                </c:pt>
                <c:pt idx="882">
                  <c:v>24.6</c:v>
                </c:pt>
                <c:pt idx="883">
                  <c:v>24.5</c:v>
                </c:pt>
                <c:pt idx="884">
                  <c:v>24.3</c:v>
                </c:pt>
                <c:pt idx="885">
                  <c:v>24.1</c:v>
                </c:pt>
                <c:pt idx="886">
                  <c:v>23.9</c:v>
                </c:pt>
                <c:pt idx="887">
                  <c:v>23.7</c:v>
                </c:pt>
                <c:pt idx="888">
                  <c:v>23.6</c:v>
                </c:pt>
                <c:pt idx="889">
                  <c:v>23.4</c:v>
                </c:pt>
                <c:pt idx="890">
                  <c:v>23.2</c:v>
                </c:pt>
                <c:pt idx="891">
                  <c:v>23.2</c:v>
                </c:pt>
                <c:pt idx="892">
                  <c:v>22.9</c:v>
                </c:pt>
                <c:pt idx="893">
                  <c:v>22.7</c:v>
                </c:pt>
                <c:pt idx="894">
                  <c:v>22.5</c:v>
                </c:pt>
                <c:pt idx="895">
                  <c:v>22.3</c:v>
                </c:pt>
                <c:pt idx="896">
                  <c:v>22.1</c:v>
                </c:pt>
                <c:pt idx="897">
                  <c:v>21.9</c:v>
                </c:pt>
                <c:pt idx="898">
                  <c:v>21.7</c:v>
                </c:pt>
                <c:pt idx="899">
                  <c:v>21.4</c:v>
                </c:pt>
                <c:pt idx="900">
                  <c:v>21.3</c:v>
                </c:pt>
                <c:pt idx="901">
                  <c:v>21.1</c:v>
                </c:pt>
                <c:pt idx="902">
                  <c:v>20.9</c:v>
                </c:pt>
                <c:pt idx="903">
                  <c:v>20.8</c:v>
                </c:pt>
                <c:pt idx="904">
                  <c:v>20.7</c:v>
                </c:pt>
                <c:pt idx="905">
                  <c:v>20.6</c:v>
                </c:pt>
                <c:pt idx="906">
                  <c:v>20.6</c:v>
                </c:pt>
                <c:pt idx="907">
                  <c:v>20.6</c:v>
                </c:pt>
                <c:pt idx="908">
                  <c:v>20.5</c:v>
                </c:pt>
                <c:pt idx="909">
                  <c:v>20.399999999999999</c:v>
                </c:pt>
                <c:pt idx="910">
                  <c:v>20.3</c:v>
                </c:pt>
                <c:pt idx="911">
                  <c:v>20.100000000000001</c:v>
                </c:pt>
                <c:pt idx="912">
                  <c:v>20</c:v>
                </c:pt>
                <c:pt idx="913">
                  <c:v>19.899999999999999</c:v>
                </c:pt>
                <c:pt idx="914">
                  <c:v>19.8</c:v>
                </c:pt>
                <c:pt idx="915">
                  <c:v>19.7</c:v>
                </c:pt>
                <c:pt idx="916">
                  <c:v>19.5</c:v>
                </c:pt>
                <c:pt idx="917">
                  <c:v>19.399999999999999</c:v>
                </c:pt>
                <c:pt idx="918">
                  <c:v>19.3</c:v>
                </c:pt>
                <c:pt idx="919">
                  <c:v>19.100000000000001</c:v>
                </c:pt>
                <c:pt idx="920">
                  <c:v>19</c:v>
                </c:pt>
                <c:pt idx="921">
                  <c:v>18.8</c:v>
                </c:pt>
                <c:pt idx="922">
                  <c:v>18.7</c:v>
                </c:pt>
                <c:pt idx="923">
                  <c:v>18.5</c:v>
                </c:pt>
                <c:pt idx="924">
                  <c:v>18.399999999999999</c:v>
                </c:pt>
                <c:pt idx="925">
                  <c:v>18.2</c:v>
                </c:pt>
                <c:pt idx="926">
                  <c:v>18.100000000000001</c:v>
                </c:pt>
                <c:pt idx="927">
                  <c:v>17.899999999999999</c:v>
                </c:pt>
                <c:pt idx="928">
                  <c:v>17.8</c:v>
                </c:pt>
                <c:pt idx="929">
                  <c:v>17.600000000000001</c:v>
                </c:pt>
                <c:pt idx="930">
                  <c:v>17.399999999999999</c:v>
                </c:pt>
                <c:pt idx="931">
                  <c:v>17.3</c:v>
                </c:pt>
                <c:pt idx="932">
                  <c:v>17.100000000000001</c:v>
                </c:pt>
                <c:pt idx="933">
                  <c:v>16.899999999999999</c:v>
                </c:pt>
                <c:pt idx="934">
                  <c:v>16.8</c:v>
                </c:pt>
                <c:pt idx="935">
                  <c:v>16.600000000000001</c:v>
                </c:pt>
                <c:pt idx="936">
                  <c:v>16.399999999999999</c:v>
                </c:pt>
                <c:pt idx="937">
                  <c:v>16.3</c:v>
                </c:pt>
                <c:pt idx="938">
                  <c:v>16.100000000000001</c:v>
                </c:pt>
                <c:pt idx="939">
                  <c:v>16</c:v>
                </c:pt>
                <c:pt idx="940">
                  <c:v>15.9</c:v>
                </c:pt>
                <c:pt idx="941">
                  <c:v>15.8</c:v>
                </c:pt>
                <c:pt idx="942">
                  <c:v>15.8</c:v>
                </c:pt>
                <c:pt idx="943">
                  <c:v>15.7</c:v>
                </c:pt>
                <c:pt idx="944">
                  <c:v>15.6</c:v>
                </c:pt>
                <c:pt idx="945">
                  <c:v>15.6</c:v>
                </c:pt>
                <c:pt idx="946">
                  <c:v>15.5</c:v>
                </c:pt>
                <c:pt idx="947">
                  <c:v>15.4</c:v>
                </c:pt>
                <c:pt idx="948">
                  <c:v>15.6</c:v>
                </c:pt>
                <c:pt idx="949">
                  <c:v>15.8</c:v>
                </c:pt>
                <c:pt idx="950">
                  <c:v>15.9</c:v>
                </c:pt>
                <c:pt idx="951">
                  <c:v>16</c:v>
                </c:pt>
                <c:pt idx="952">
                  <c:v>16</c:v>
                </c:pt>
                <c:pt idx="953">
                  <c:v>16</c:v>
                </c:pt>
                <c:pt idx="954">
                  <c:v>16</c:v>
                </c:pt>
                <c:pt idx="955">
                  <c:v>16</c:v>
                </c:pt>
                <c:pt idx="956">
                  <c:v>15.9</c:v>
                </c:pt>
                <c:pt idx="957">
                  <c:v>15.9</c:v>
                </c:pt>
                <c:pt idx="958">
                  <c:v>15.8</c:v>
                </c:pt>
                <c:pt idx="959">
                  <c:v>15.8</c:v>
                </c:pt>
                <c:pt idx="960">
                  <c:v>15.8</c:v>
                </c:pt>
                <c:pt idx="961">
                  <c:v>15.7</c:v>
                </c:pt>
                <c:pt idx="962">
                  <c:v>15.7</c:v>
                </c:pt>
                <c:pt idx="963">
                  <c:v>15.7</c:v>
                </c:pt>
                <c:pt idx="964">
                  <c:v>15.6</c:v>
                </c:pt>
                <c:pt idx="965">
                  <c:v>15.5</c:v>
                </c:pt>
                <c:pt idx="966">
                  <c:v>15.4</c:v>
                </c:pt>
                <c:pt idx="967">
                  <c:v>15.3</c:v>
                </c:pt>
                <c:pt idx="968">
                  <c:v>15.3</c:v>
                </c:pt>
                <c:pt idx="969">
                  <c:v>15.1</c:v>
                </c:pt>
                <c:pt idx="970">
                  <c:v>15.1</c:v>
                </c:pt>
                <c:pt idx="971">
                  <c:v>14.9</c:v>
                </c:pt>
                <c:pt idx="972">
                  <c:v>14.9</c:v>
                </c:pt>
                <c:pt idx="973">
                  <c:v>14.8</c:v>
                </c:pt>
                <c:pt idx="974">
                  <c:v>14.7</c:v>
                </c:pt>
                <c:pt idx="975">
                  <c:v>14.6</c:v>
                </c:pt>
                <c:pt idx="976">
                  <c:v>14.5</c:v>
                </c:pt>
                <c:pt idx="977">
                  <c:v>14.3</c:v>
                </c:pt>
                <c:pt idx="978">
                  <c:v>14.2</c:v>
                </c:pt>
                <c:pt idx="979">
                  <c:v>14.1</c:v>
                </c:pt>
                <c:pt idx="980">
                  <c:v>13.9</c:v>
                </c:pt>
                <c:pt idx="981">
                  <c:v>13.9</c:v>
                </c:pt>
                <c:pt idx="982">
                  <c:v>13.9</c:v>
                </c:pt>
                <c:pt idx="983">
                  <c:v>13.8</c:v>
                </c:pt>
                <c:pt idx="984">
                  <c:v>13.7</c:v>
                </c:pt>
                <c:pt idx="985">
                  <c:v>13.6</c:v>
                </c:pt>
                <c:pt idx="986">
                  <c:v>13.5</c:v>
                </c:pt>
                <c:pt idx="987">
                  <c:v>13.4</c:v>
                </c:pt>
                <c:pt idx="988">
                  <c:v>13.3</c:v>
                </c:pt>
                <c:pt idx="989">
                  <c:v>13.2</c:v>
                </c:pt>
                <c:pt idx="990">
                  <c:v>13</c:v>
                </c:pt>
                <c:pt idx="991">
                  <c:v>12.9</c:v>
                </c:pt>
                <c:pt idx="992">
                  <c:v>12.8</c:v>
                </c:pt>
                <c:pt idx="993">
                  <c:v>12.7</c:v>
                </c:pt>
                <c:pt idx="994">
                  <c:v>12.6</c:v>
                </c:pt>
                <c:pt idx="995">
                  <c:v>12.4</c:v>
                </c:pt>
                <c:pt idx="996">
                  <c:v>12.4</c:v>
                </c:pt>
                <c:pt idx="997">
                  <c:v>12.3</c:v>
                </c:pt>
                <c:pt idx="998">
                  <c:v>12.1</c:v>
                </c:pt>
                <c:pt idx="999">
                  <c:v>12</c:v>
                </c:pt>
                <c:pt idx="1000">
                  <c:v>11.9</c:v>
                </c:pt>
                <c:pt idx="1001">
                  <c:v>11.8</c:v>
                </c:pt>
                <c:pt idx="1002">
                  <c:v>11.6</c:v>
                </c:pt>
                <c:pt idx="1003">
                  <c:v>11.6</c:v>
                </c:pt>
                <c:pt idx="1004">
                  <c:v>11.7</c:v>
                </c:pt>
                <c:pt idx="1005">
                  <c:v>11.6</c:v>
                </c:pt>
                <c:pt idx="1006">
                  <c:v>11.6</c:v>
                </c:pt>
                <c:pt idx="1007">
                  <c:v>11.5</c:v>
                </c:pt>
                <c:pt idx="1008">
                  <c:v>11.4</c:v>
                </c:pt>
                <c:pt idx="1009">
                  <c:v>11.4</c:v>
                </c:pt>
                <c:pt idx="1010">
                  <c:v>11.4</c:v>
                </c:pt>
                <c:pt idx="1011">
                  <c:v>11.4</c:v>
                </c:pt>
                <c:pt idx="1012">
                  <c:v>11.3</c:v>
                </c:pt>
                <c:pt idx="1013">
                  <c:v>11.3</c:v>
                </c:pt>
                <c:pt idx="1014">
                  <c:v>11.2</c:v>
                </c:pt>
                <c:pt idx="1015">
                  <c:v>11.1</c:v>
                </c:pt>
                <c:pt idx="1016">
                  <c:v>11.1</c:v>
                </c:pt>
                <c:pt idx="1017">
                  <c:v>11</c:v>
                </c:pt>
                <c:pt idx="1018">
                  <c:v>10.9</c:v>
                </c:pt>
                <c:pt idx="1019">
                  <c:v>10.8</c:v>
                </c:pt>
                <c:pt idx="1020">
                  <c:v>10.7</c:v>
                </c:pt>
                <c:pt idx="1021">
                  <c:v>10.7</c:v>
                </c:pt>
                <c:pt idx="1022">
                  <c:v>10.6</c:v>
                </c:pt>
                <c:pt idx="1023">
                  <c:v>10.4</c:v>
                </c:pt>
                <c:pt idx="1024">
                  <c:v>10.4</c:v>
                </c:pt>
                <c:pt idx="1025">
                  <c:v>10.3</c:v>
                </c:pt>
                <c:pt idx="1026">
                  <c:v>10.199999999999999</c:v>
                </c:pt>
                <c:pt idx="1027">
                  <c:v>10.1</c:v>
                </c:pt>
                <c:pt idx="1028">
                  <c:v>10</c:v>
                </c:pt>
                <c:pt idx="1029">
                  <c:v>9.9</c:v>
                </c:pt>
                <c:pt idx="1030">
                  <c:v>9.9</c:v>
                </c:pt>
                <c:pt idx="1031">
                  <c:v>9.9</c:v>
                </c:pt>
                <c:pt idx="1032">
                  <c:v>9.8000000000000007</c:v>
                </c:pt>
                <c:pt idx="1033">
                  <c:v>9.6999999999999993</c:v>
                </c:pt>
                <c:pt idx="1034">
                  <c:v>9.6999999999999993</c:v>
                </c:pt>
                <c:pt idx="1035">
                  <c:v>9.6999999999999993</c:v>
                </c:pt>
                <c:pt idx="1036">
                  <c:v>9.9</c:v>
                </c:pt>
                <c:pt idx="1037">
                  <c:v>10.7</c:v>
                </c:pt>
                <c:pt idx="1038">
                  <c:v>11</c:v>
                </c:pt>
                <c:pt idx="1039">
                  <c:v>11.2</c:v>
                </c:pt>
                <c:pt idx="1040">
                  <c:v>11.6</c:v>
                </c:pt>
                <c:pt idx="1041">
                  <c:v>12.6</c:v>
                </c:pt>
                <c:pt idx="1042">
                  <c:v>13.4</c:v>
                </c:pt>
                <c:pt idx="1043">
                  <c:v>14.5</c:v>
                </c:pt>
                <c:pt idx="1044">
                  <c:v>16.399999999999999</c:v>
                </c:pt>
                <c:pt idx="1045">
                  <c:v>17.2</c:v>
                </c:pt>
                <c:pt idx="1046">
                  <c:v>17.600000000000001</c:v>
                </c:pt>
                <c:pt idx="1047">
                  <c:v>17.8</c:v>
                </c:pt>
                <c:pt idx="1048">
                  <c:v>19.3</c:v>
                </c:pt>
                <c:pt idx="1049">
                  <c:v>20.2</c:v>
                </c:pt>
                <c:pt idx="1050">
                  <c:v>20.8</c:v>
                </c:pt>
                <c:pt idx="1051">
                  <c:v>21.6</c:v>
                </c:pt>
                <c:pt idx="1052">
                  <c:v>22.1</c:v>
                </c:pt>
                <c:pt idx="1053">
                  <c:v>22.4</c:v>
                </c:pt>
                <c:pt idx="1054">
                  <c:v>22.6</c:v>
                </c:pt>
                <c:pt idx="1055">
                  <c:v>22.7</c:v>
                </c:pt>
                <c:pt idx="1056">
                  <c:v>22.7</c:v>
                </c:pt>
                <c:pt idx="1057">
                  <c:v>22.7</c:v>
                </c:pt>
                <c:pt idx="1058">
                  <c:v>22.7</c:v>
                </c:pt>
                <c:pt idx="1059">
                  <c:v>22.7</c:v>
                </c:pt>
                <c:pt idx="1060">
                  <c:v>22.6</c:v>
                </c:pt>
                <c:pt idx="1061">
                  <c:v>22.5</c:v>
                </c:pt>
                <c:pt idx="1062">
                  <c:v>22.4</c:v>
                </c:pt>
                <c:pt idx="1063">
                  <c:v>22.3</c:v>
                </c:pt>
                <c:pt idx="1064">
                  <c:v>22.5</c:v>
                </c:pt>
                <c:pt idx="1065">
                  <c:v>22.6</c:v>
                </c:pt>
                <c:pt idx="1066">
                  <c:v>22.7</c:v>
                </c:pt>
                <c:pt idx="1067">
                  <c:v>22.7</c:v>
                </c:pt>
                <c:pt idx="1068">
                  <c:v>22.7</c:v>
                </c:pt>
                <c:pt idx="1069">
                  <c:v>22.6</c:v>
                </c:pt>
                <c:pt idx="1070">
                  <c:v>22.5</c:v>
                </c:pt>
                <c:pt idx="1071">
                  <c:v>22.4</c:v>
                </c:pt>
                <c:pt idx="1072">
                  <c:v>22.3</c:v>
                </c:pt>
                <c:pt idx="1073">
                  <c:v>22.6</c:v>
                </c:pt>
                <c:pt idx="1074">
                  <c:v>22.7</c:v>
                </c:pt>
                <c:pt idx="1075">
                  <c:v>22.7</c:v>
                </c:pt>
                <c:pt idx="1076">
                  <c:v>22.7</c:v>
                </c:pt>
                <c:pt idx="1077">
                  <c:v>22.7</c:v>
                </c:pt>
                <c:pt idx="1078">
                  <c:v>25.2</c:v>
                </c:pt>
                <c:pt idx="1079">
                  <c:v>28.4</c:v>
                </c:pt>
                <c:pt idx="1080">
                  <c:v>30.7</c:v>
                </c:pt>
                <c:pt idx="1081">
                  <c:v>31.6</c:v>
                </c:pt>
                <c:pt idx="1082">
                  <c:v>32.299999999999997</c:v>
                </c:pt>
                <c:pt idx="1083">
                  <c:v>32.799999999999997</c:v>
                </c:pt>
                <c:pt idx="1084">
                  <c:v>33.4</c:v>
                </c:pt>
                <c:pt idx="1085">
                  <c:v>34.1</c:v>
                </c:pt>
                <c:pt idx="1086">
                  <c:v>34.700000000000003</c:v>
                </c:pt>
                <c:pt idx="1087">
                  <c:v>35.299999999999997</c:v>
                </c:pt>
                <c:pt idx="1088">
                  <c:v>35.700000000000003</c:v>
                </c:pt>
                <c:pt idx="1089">
                  <c:v>36.299999999999997</c:v>
                </c:pt>
                <c:pt idx="1090">
                  <c:v>36.700000000000003</c:v>
                </c:pt>
                <c:pt idx="1091">
                  <c:v>36.9</c:v>
                </c:pt>
                <c:pt idx="1092">
                  <c:v>37.1</c:v>
                </c:pt>
                <c:pt idx="1093">
                  <c:v>37.5</c:v>
                </c:pt>
                <c:pt idx="1094">
                  <c:v>37.6</c:v>
                </c:pt>
                <c:pt idx="1095">
                  <c:v>37.700000000000003</c:v>
                </c:pt>
                <c:pt idx="1096">
                  <c:v>37.700000000000003</c:v>
                </c:pt>
                <c:pt idx="1097">
                  <c:v>37.700000000000003</c:v>
                </c:pt>
                <c:pt idx="1098">
                  <c:v>37.6</c:v>
                </c:pt>
                <c:pt idx="1099">
                  <c:v>37.6</c:v>
                </c:pt>
                <c:pt idx="1100">
                  <c:v>37.6</c:v>
                </c:pt>
                <c:pt idx="1101">
                  <c:v>37.5</c:v>
                </c:pt>
                <c:pt idx="1102">
                  <c:v>37.5</c:v>
                </c:pt>
                <c:pt idx="1103">
                  <c:v>37.5</c:v>
                </c:pt>
                <c:pt idx="1104">
                  <c:v>37.5</c:v>
                </c:pt>
                <c:pt idx="1105">
                  <c:v>37.5</c:v>
                </c:pt>
                <c:pt idx="1106">
                  <c:v>39.4</c:v>
                </c:pt>
                <c:pt idx="1107">
                  <c:v>40.1</c:v>
                </c:pt>
                <c:pt idx="1108">
                  <c:v>40.5</c:v>
                </c:pt>
                <c:pt idx="1109">
                  <c:v>40.700000000000003</c:v>
                </c:pt>
                <c:pt idx="1110">
                  <c:v>40.799999999999997</c:v>
                </c:pt>
                <c:pt idx="1111">
                  <c:v>40.9</c:v>
                </c:pt>
                <c:pt idx="1112">
                  <c:v>40.9</c:v>
                </c:pt>
                <c:pt idx="1113">
                  <c:v>40.9</c:v>
                </c:pt>
                <c:pt idx="1114">
                  <c:v>40.799999999999997</c:v>
                </c:pt>
                <c:pt idx="1115">
                  <c:v>40.799999999999997</c:v>
                </c:pt>
                <c:pt idx="1116">
                  <c:v>40.700000000000003</c:v>
                </c:pt>
                <c:pt idx="1117">
                  <c:v>40.6</c:v>
                </c:pt>
                <c:pt idx="1118">
                  <c:v>40.5</c:v>
                </c:pt>
                <c:pt idx="1119">
                  <c:v>40.4</c:v>
                </c:pt>
                <c:pt idx="1120">
                  <c:v>40.299999999999997</c:v>
                </c:pt>
                <c:pt idx="1121">
                  <c:v>40.200000000000003</c:v>
                </c:pt>
                <c:pt idx="1122">
                  <c:v>40.299999999999997</c:v>
                </c:pt>
                <c:pt idx="1123">
                  <c:v>40.299999999999997</c:v>
                </c:pt>
                <c:pt idx="1124">
                  <c:v>40.200000000000003</c:v>
                </c:pt>
                <c:pt idx="1125">
                  <c:v>40.1</c:v>
                </c:pt>
                <c:pt idx="1126">
                  <c:v>40</c:v>
                </c:pt>
                <c:pt idx="1127">
                  <c:v>40.200000000000003</c:v>
                </c:pt>
                <c:pt idx="1128">
                  <c:v>40.299999999999997</c:v>
                </c:pt>
                <c:pt idx="1129">
                  <c:v>40.299999999999997</c:v>
                </c:pt>
                <c:pt idx="1130">
                  <c:v>40.299999999999997</c:v>
                </c:pt>
                <c:pt idx="1131">
                  <c:v>40.299999999999997</c:v>
                </c:pt>
                <c:pt idx="1132">
                  <c:v>40.299999999999997</c:v>
                </c:pt>
                <c:pt idx="1133">
                  <c:v>40.299999999999997</c:v>
                </c:pt>
                <c:pt idx="1134">
                  <c:v>40.299999999999997</c:v>
                </c:pt>
                <c:pt idx="1135">
                  <c:v>40.299999999999997</c:v>
                </c:pt>
                <c:pt idx="1136">
                  <c:v>40.200000000000003</c:v>
                </c:pt>
                <c:pt idx="1137">
                  <c:v>40.200000000000003</c:v>
                </c:pt>
                <c:pt idx="1138">
                  <c:v>40.200000000000003</c:v>
                </c:pt>
                <c:pt idx="1139">
                  <c:v>40.200000000000003</c:v>
                </c:pt>
                <c:pt idx="1140">
                  <c:v>40.200000000000003</c:v>
                </c:pt>
                <c:pt idx="1141">
                  <c:v>40.200000000000003</c:v>
                </c:pt>
                <c:pt idx="1142">
                  <c:v>40.1</c:v>
                </c:pt>
                <c:pt idx="1143">
                  <c:v>40.1</c:v>
                </c:pt>
                <c:pt idx="1144">
                  <c:v>40.1</c:v>
                </c:pt>
                <c:pt idx="1145">
                  <c:v>40</c:v>
                </c:pt>
                <c:pt idx="1146">
                  <c:v>39.9</c:v>
                </c:pt>
                <c:pt idx="1147">
                  <c:v>39.9</c:v>
                </c:pt>
                <c:pt idx="1148">
                  <c:v>39.799999999999997</c:v>
                </c:pt>
                <c:pt idx="1149">
                  <c:v>39.700000000000003</c:v>
                </c:pt>
                <c:pt idx="1150">
                  <c:v>39.700000000000003</c:v>
                </c:pt>
                <c:pt idx="1151">
                  <c:v>39.6</c:v>
                </c:pt>
                <c:pt idx="1152">
                  <c:v>39.6</c:v>
                </c:pt>
                <c:pt idx="1153">
                  <c:v>39.6</c:v>
                </c:pt>
                <c:pt idx="1154">
                  <c:v>39.5</c:v>
                </c:pt>
                <c:pt idx="1155">
                  <c:v>39.4</c:v>
                </c:pt>
                <c:pt idx="1156">
                  <c:v>39.4</c:v>
                </c:pt>
                <c:pt idx="1157">
                  <c:v>39.299999999999997</c:v>
                </c:pt>
                <c:pt idx="1158">
                  <c:v>39.299999999999997</c:v>
                </c:pt>
                <c:pt idx="1159">
                  <c:v>39.200000000000003</c:v>
                </c:pt>
                <c:pt idx="1160">
                  <c:v>39.200000000000003</c:v>
                </c:pt>
                <c:pt idx="1161">
                  <c:v>39.1</c:v>
                </c:pt>
                <c:pt idx="1162">
                  <c:v>39</c:v>
                </c:pt>
                <c:pt idx="1163">
                  <c:v>38.9</c:v>
                </c:pt>
                <c:pt idx="1164">
                  <c:v>38.9</c:v>
                </c:pt>
                <c:pt idx="1165">
                  <c:v>38.799999999999997</c:v>
                </c:pt>
                <c:pt idx="1166">
                  <c:v>38.700000000000003</c:v>
                </c:pt>
                <c:pt idx="1167">
                  <c:v>38.6</c:v>
                </c:pt>
                <c:pt idx="1168">
                  <c:v>38.5</c:v>
                </c:pt>
                <c:pt idx="1169">
                  <c:v>38.4</c:v>
                </c:pt>
                <c:pt idx="1170">
                  <c:v>38.299999999999997</c:v>
                </c:pt>
                <c:pt idx="1171">
                  <c:v>38.200000000000003</c:v>
                </c:pt>
                <c:pt idx="1172">
                  <c:v>38.1</c:v>
                </c:pt>
                <c:pt idx="1173">
                  <c:v>38</c:v>
                </c:pt>
                <c:pt idx="1174">
                  <c:v>37.9</c:v>
                </c:pt>
                <c:pt idx="1175">
                  <c:v>37.9</c:v>
                </c:pt>
                <c:pt idx="1176">
                  <c:v>37.700000000000003</c:v>
                </c:pt>
                <c:pt idx="1177">
                  <c:v>37.700000000000003</c:v>
                </c:pt>
                <c:pt idx="1178">
                  <c:v>37.6</c:v>
                </c:pt>
                <c:pt idx="1179">
                  <c:v>37.5</c:v>
                </c:pt>
                <c:pt idx="1180">
                  <c:v>37.5</c:v>
                </c:pt>
                <c:pt idx="1181">
                  <c:v>37.4</c:v>
                </c:pt>
                <c:pt idx="1182">
                  <c:v>37.4</c:v>
                </c:pt>
                <c:pt idx="1183">
                  <c:v>37.299999999999997</c:v>
                </c:pt>
                <c:pt idx="1184">
                  <c:v>37.299999999999997</c:v>
                </c:pt>
                <c:pt idx="1185">
                  <c:v>37.1</c:v>
                </c:pt>
                <c:pt idx="1186">
                  <c:v>37.1</c:v>
                </c:pt>
                <c:pt idx="1187">
                  <c:v>37</c:v>
                </c:pt>
                <c:pt idx="1188">
                  <c:v>36.9</c:v>
                </c:pt>
                <c:pt idx="1189">
                  <c:v>36.9</c:v>
                </c:pt>
                <c:pt idx="1190">
                  <c:v>36.700000000000003</c:v>
                </c:pt>
                <c:pt idx="1191">
                  <c:v>36.700000000000003</c:v>
                </c:pt>
                <c:pt idx="1192">
                  <c:v>36.6</c:v>
                </c:pt>
                <c:pt idx="1193">
                  <c:v>36.5</c:v>
                </c:pt>
                <c:pt idx="1194">
                  <c:v>36.5</c:v>
                </c:pt>
                <c:pt idx="1195">
                  <c:v>36.200000000000003</c:v>
                </c:pt>
                <c:pt idx="1196">
                  <c:v>36</c:v>
                </c:pt>
                <c:pt idx="1197">
                  <c:v>35.9</c:v>
                </c:pt>
                <c:pt idx="1198">
                  <c:v>35.700000000000003</c:v>
                </c:pt>
                <c:pt idx="1199">
                  <c:v>35.5</c:v>
                </c:pt>
                <c:pt idx="1200">
                  <c:v>35.299999999999997</c:v>
                </c:pt>
                <c:pt idx="1201">
                  <c:v>35.1</c:v>
                </c:pt>
                <c:pt idx="1202">
                  <c:v>34.9</c:v>
                </c:pt>
                <c:pt idx="1203">
                  <c:v>34.799999999999997</c:v>
                </c:pt>
                <c:pt idx="1204">
                  <c:v>34.700000000000003</c:v>
                </c:pt>
                <c:pt idx="1205">
                  <c:v>34.6</c:v>
                </c:pt>
                <c:pt idx="1206">
                  <c:v>34.5</c:v>
                </c:pt>
                <c:pt idx="1207">
                  <c:v>34.4</c:v>
                </c:pt>
                <c:pt idx="1208">
                  <c:v>34.299999999999997</c:v>
                </c:pt>
                <c:pt idx="1209">
                  <c:v>34.299999999999997</c:v>
                </c:pt>
                <c:pt idx="1210">
                  <c:v>34.4</c:v>
                </c:pt>
                <c:pt idx="1211">
                  <c:v>34.4</c:v>
                </c:pt>
                <c:pt idx="1212">
                  <c:v>34.299999999999997</c:v>
                </c:pt>
                <c:pt idx="1213">
                  <c:v>34.299999999999997</c:v>
                </c:pt>
                <c:pt idx="1214">
                  <c:v>34.200000000000003</c:v>
                </c:pt>
                <c:pt idx="1215">
                  <c:v>34.200000000000003</c:v>
                </c:pt>
                <c:pt idx="1216">
                  <c:v>34.200000000000003</c:v>
                </c:pt>
                <c:pt idx="1217">
                  <c:v>34.1</c:v>
                </c:pt>
                <c:pt idx="1218">
                  <c:v>34.1</c:v>
                </c:pt>
                <c:pt idx="1219">
                  <c:v>34</c:v>
                </c:pt>
                <c:pt idx="1220">
                  <c:v>33.9</c:v>
                </c:pt>
                <c:pt idx="1221">
                  <c:v>33.9</c:v>
                </c:pt>
                <c:pt idx="1222">
                  <c:v>33.799999999999997</c:v>
                </c:pt>
                <c:pt idx="1223">
                  <c:v>33.700000000000003</c:v>
                </c:pt>
                <c:pt idx="1224">
                  <c:v>33.700000000000003</c:v>
                </c:pt>
                <c:pt idx="1225">
                  <c:v>33.6</c:v>
                </c:pt>
                <c:pt idx="1226">
                  <c:v>33.6</c:v>
                </c:pt>
                <c:pt idx="1227">
                  <c:v>33.6</c:v>
                </c:pt>
                <c:pt idx="1228">
                  <c:v>33.5</c:v>
                </c:pt>
                <c:pt idx="1229">
                  <c:v>33.4</c:v>
                </c:pt>
                <c:pt idx="1230">
                  <c:v>33.4</c:v>
                </c:pt>
                <c:pt idx="1231">
                  <c:v>33.299999999999997</c:v>
                </c:pt>
                <c:pt idx="1232">
                  <c:v>33.200000000000003</c:v>
                </c:pt>
                <c:pt idx="1233">
                  <c:v>33.200000000000003</c:v>
                </c:pt>
                <c:pt idx="1234">
                  <c:v>33.200000000000003</c:v>
                </c:pt>
                <c:pt idx="1235">
                  <c:v>33.200000000000003</c:v>
                </c:pt>
                <c:pt idx="1236">
                  <c:v>33.1</c:v>
                </c:pt>
                <c:pt idx="1237">
                  <c:v>33.1</c:v>
                </c:pt>
                <c:pt idx="1238">
                  <c:v>33.1</c:v>
                </c:pt>
                <c:pt idx="1239">
                  <c:v>33</c:v>
                </c:pt>
                <c:pt idx="1240">
                  <c:v>33</c:v>
                </c:pt>
                <c:pt idx="1241">
                  <c:v>32.9</c:v>
                </c:pt>
                <c:pt idx="1242">
                  <c:v>32.9</c:v>
                </c:pt>
                <c:pt idx="1243">
                  <c:v>32.799999999999997</c:v>
                </c:pt>
                <c:pt idx="1244">
                  <c:v>32.799999999999997</c:v>
                </c:pt>
                <c:pt idx="1245">
                  <c:v>32.799999999999997</c:v>
                </c:pt>
                <c:pt idx="1246">
                  <c:v>32.799999999999997</c:v>
                </c:pt>
                <c:pt idx="1247">
                  <c:v>32.5</c:v>
                </c:pt>
                <c:pt idx="1248">
                  <c:v>32.5</c:v>
                </c:pt>
                <c:pt idx="1249">
                  <c:v>32.299999999999997</c:v>
                </c:pt>
                <c:pt idx="1250">
                  <c:v>32.200000000000003</c:v>
                </c:pt>
                <c:pt idx="1251">
                  <c:v>32.1</c:v>
                </c:pt>
                <c:pt idx="1252">
                  <c:v>32</c:v>
                </c:pt>
                <c:pt idx="1253">
                  <c:v>31.9</c:v>
                </c:pt>
                <c:pt idx="1254">
                  <c:v>31.8</c:v>
                </c:pt>
                <c:pt idx="1255">
                  <c:v>31.7</c:v>
                </c:pt>
                <c:pt idx="1256">
                  <c:v>31.6</c:v>
                </c:pt>
                <c:pt idx="1257">
                  <c:v>31.5</c:v>
                </c:pt>
                <c:pt idx="1258">
                  <c:v>31.4</c:v>
                </c:pt>
                <c:pt idx="1259">
                  <c:v>31.3</c:v>
                </c:pt>
                <c:pt idx="1260">
                  <c:v>31.2</c:v>
                </c:pt>
                <c:pt idx="1261">
                  <c:v>31.2</c:v>
                </c:pt>
                <c:pt idx="1262">
                  <c:v>31.2</c:v>
                </c:pt>
                <c:pt idx="1263">
                  <c:v>31.1</c:v>
                </c:pt>
                <c:pt idx="1264">
                  <c:v>30.9</c:v>
                </c:pt>
                <c:pt idx="1265">
                  <c:v>30.9</c:v>
                </c:pt>
                <c:pt idx="1266">
                  <c:v>30.8</c:v>
                </c:pt>
                <c:pt idx="1267">
                  <c:v>30.7</c:v>
                </c:pt>
                <c:pt idx="1268">
                  <c:v>30.6</c:v>
                </c:pt>
                <c:pt idx="1269">
                  <c:v>30.6</c:v>
                </c:pt>
                <c:pt idx="1270">
                  <c:v>30.5</c:v>
                </c:pt>
                <c:pt idx="1271">
                  <c:v>30.4</c:v>
                </c:pt>
                <c:pt idx="1272">
                  <c:v>30.3</c:v>
                </c:pt>
                <c:pt idx="1273">
                  <c:v>30.2</c:v>
                </c:pt>
                <c:pt idx="1274">
                  <c:v>30.1</c:v>
                </c:pt>
                <c:pt idx="1275">
                  <c:v>30.1</c:v>
                </c:pt>
                <c:pt idx="1276">
                  <c:v>30.1</c:v>
                </c:pt>
                <c:pt idx="1277">
                  <c:v>30.2</c:v>
                </c:pt>
                <c:pt idx="1278">
                  <c:v>30.3</c:v>
                </c:pt>
                <c:pt idx="1279">
                  <c:v>30.3</c:v>
                </c:pt>
                <c:pt idx="1280">
                  <c:v>30.3</c:v>
                </c:pt>
                <c:pt idx="1281">
                  <c:v>30.6</c:v>
                </c:pt>
                <c:pt idx="1282">
                  <c:v>30.9</c:v>
                </c:pt>
                <c:pt idx="1283">
                  <c:v>31.1</c:v>
                </c:pt>
                <c:pt idx="1284">
                  <c:v>31.3</c:v>
                </c:pt>
                <c:pt idx="1285">
                  <c:v>31.5</c:v>
                </c:pt>
                <c:pt idx="1286">
                  <c:v>31.6</c:v>
                </c:pt>
                <c:pt idx="1287">
                  <c:v>31.7</c:v>
                </c:pt>
                <c:pt idx="1288">
                  <c:v>31.8</c:v>
                </c:pt>
                <c:pt idx="1289">
                  <c:v>31.9</c:v>
                </c:pt>
                <c:pt idx="1290">
                  <c:v>31.9</c:v>
                </c:pt>
                <c:pt idx="1291">
                  <c:v>32.200000000000003</c:v>
                </c:pt>
                <c:pt idx="1292">
                  <c:v>32.5</c:v>
                </c:pt>
                <c:pt idx="1293">
                  <c:v>32.700000000000003</c:v>
                </c:pt>
                <c:pt idx="1294">
                  <c:v>33</c:v>
                </c:pt>
                <c:pt idx="1295">
                  <c:v>33.5</c:v>
                </c:pt>
                <c:pt idx="1296">
                  <c:v>34.1</c:v>
                </c:pt>
                <c:pt idx="1297">
                  <c:v>34.6</c:v>
                </c:pt>
                <c:pt idx="1298">
                  <c:v>35.1</c:v>
                </c:pt>
                <c:pt idx="1299">
                  <c:v>35.4</c:v>
                </c:pt>
                <c:pt idx="1300">
                  <c:v>35.700000000000003</c:v>
                </c:pt>
                <c:pt idx="1301">
                  <c:v>36</c:v>
                </c:pt>
                <c:pt idx="1302">
                  <c:v>36.200000000000003</c:v>
                </c:pt>
                <c:pt idx="1303">
                  <c:v>36.299999999999997</c:v>
                </c:pt>
                <c:pt idx="1304">
                  <c:v>36.5</c:v>
                </c:pt>
                <c:pt idx="1305">
                  <c:v>36.6</c:v>
                </c:pt>
                <c:pt idx="1306">
                  <c:v>36.700000000000003</c:v>
                </c:pt>
                <c:pt idx="1307">
                  <c:v>36.700000000000003</c:v>
                </c:pt>
                <c:pt idx="1308">
                  <c:v>36.700000000000003</c:v>
                </c:pt>
                <c:pt idx="1309">
                  <c:v>36.799999999999997</c:v>
                </c:pt>
                <c:pt idx="1310">
                  <c:v>36.799999999999997</c:v>
                </c:pt>
                <c:pt idx="1311">
                  <c:v>37</c:v>
                </c:pt>
                <c:pt idx="1312">
                  <c:v>37.299999999999997</c:v>
                </c:pt>
                <c:pt idx="1313">
                  <c:v>38.299999999999997</c:v>
                </c:pt>
                <c:pt idx="1314">
                  <c:v>39</c:v>
                </c:pt>
                <c:pt idx="1315">
                  <c:v>39.4</c:v>
                </c:pt>
                <c:pt idx="1316">
                  <c:v>39.700000000000003</c:v>
                </c:pt>
                <c:pt idx="1317">
                  <c:v>39.799999999999997</c:v>
                </c:pt>
                <c:pt idx="1318">
                  <c:v>39.9</c:v>
                </c:pt>
                <c:pt idx="1319">
                  <c:v>40</c:v>
                </c:pt>
                <c:pt idx="1320">
                  <c:v>39.9</c:v>
                </c:pt>
                <c:pt idx="1321">
                  <c:v>40.299999999999997</c:v>
                </c:pt>
                <c:pt idx="1322">
                  <c:v>40.5</c:v>
                </c:pt>
                <c:pt idx="1323">
                  <c:v>40.700000000000003</c:v>
                </c:pt>
                <c:pt idx="1324">
                  <c:v>40.9</c:v>
                </c:pt>
                <c:pt idx="1325">
                  <c:v>40.9</c:v>
                </c:pt>
                <c:pt idx="1326">
                  <c:v>40.9</c:v>
                </c:pt>
                <c:pt idx="1327">
                  <c:v>40.9</c:v>
                </c:pt>
                <c:pt idx="1328">
                  <c:v>40.9</c:v>
                </c:pt>
                <c:pt idx="1329">
                  <c:v>40.799999999999997</c:v>
                </c:pt>
                <c:pt idx="1330">
                  <c:v>41.7</c:v>
                </c:pt>
                <c:pt idx="1331">
                  <c:v>44.6</c:v>
                </c:pt>
                <c:pt idx="1332">
                  <c:v>45.8</c:v>
                </c:pt>
                <c:pt idx="1333">
                  <c:v>46.5</c:v>
                </c:pt>
                <c:pt idx="1334">
                  <c:v>46.8</c:v>
                </c:pt>
                <c:pt idx="1335">
                  <c:v>47</c:v>
                </c:pt>
                <c:pt idx="1336">
                  <c:v>47.1</c:v>
                </c:pt>
                <c:pt idx="1337">
                  <c:v>47.1</c:v>
                </c:pt>
                <c:pt idx="1338">
                  <c:v>47.1</c:v>
                </c:pt>
                <c:pt idx="1339">
                  <c:v>47.1</c:v>
                </c:pt>
                <c:pt idx="1340">
                  <c:v>47.1</c:v>
                </c:pt>
                <c:pt idx="1341">
                  <c:v>46.9</c:v>
                </c:pt>
                <c:pt idx="1342">
                  <c:v>46.8</c:v>
                </c:pt>
                <c:pt idx="1343">
                  <c:v>46.9</c:v>
                </c:pt>
                <c:pt idx="1344">
                  <c:v>47</c:v>
                </c:pt>
                <c:pt idx="1345">
                  <c:v>47</c:v>
                </c:pt>
                <c:pt idx="1346">
                  <c:v>47</c:v>
                </c:pt>
                <c:pt idx="1347">
                  <c:v>46.9</c:v>
                </c:pt>
                <c:pt idx="1348">
                  <c:v>46.8</c:v>
                </c:pt>
                <c:pt idx="1349">
                  <c:v>47.8</c:v>
                </c:pt>
                <c:pt idx="1350">
                  <c:v>49.2</c:v>
                </c:pt>
                <c:pt idx="1351">
                  <c:v>49.4</c:v>
                </c:pt>
                <c:pt idx="1352">
                  <c:v>49.5</c:v>
                </c:pt>
                <c:pt idx="1353">
                  <c:v>49.5</c:v>
                </c:pt>
                <c:pt idx="1354">
                  <c:v>49.5</c:v>
                </c:pt>
                <c:pt idx="1355">
                  <c:v>52.8</c:v>
                </c:pt>
                <c:pt idx="1356">
                  <c:v>53</c:v>
                </c:pt>
                <c:pt idx="1357">
                  <c:v>53</c:v>
                </c:pt>
                <c:pt idx="1358">
                  <c:v>53</c:v>
                </c:pt>
                <c:pt idx="1359">
                  <c:v>53</c:v>
                </c:pt>
                <c:pt idx="1360">
                  <c:v>53.3</c:v>
                </c:pt>
                <c:pt idx="1361">
                  <c:v>53.6</c:v>
                </c:pt>
                <c:pt idx="1362">
                  <c:v>53.6</c:v>
                </c:pt>
                <c:pt idx="1363">
                  <c:v>53.6</c:v>
                </c:pt>
                <c:pt idx="1364">
                  <c:v>53.5</c:v>
                </c:pt>
                <c:pt idx="1365">
                  <c:v>53.4</c:v>
                </c:pt>
                <c:pt idx="1366">
                  <c:v>53.3</c:v>
                </c:pt>
                <c:pt idx="1367">
                  <c:v>53.1</c:v>
                </c:pt>
                <c:pt idx="1368">
                  <c:v>52.9</c:v>
                </c:pt>
                <c:pt idx="1369">
                  <c:v>52.7</c:v>
                </c:pt>
                <c:pt idx="1370">
                  <c:v>52.5</c:v>
                </c:pt>
                <c:pt idx="1371">
                  <c:v>52.3</c:v>
                </c:pt>
                <c:pt idx="1372">
                  <c:v>52.1</c:v>
                </c:pt>
                <c:pt idx="1373">
                  <c:v>51.8</c:v>
                </c:pt>
                <c:pt idx="1374">
                  <c:v>51.6</c:v>
                </c:pt>
                <c:pt idx="1375">
                  <c:v>51.3</c:v>
                </c:pt>
                <c:pt idx="1376">
                  <c:v>51</c:v>
                </c:pt>
                <c:pt idx="1377">
                  <c:v>50.8</c:v>
                </c:pt>
                <c:pt idx="1378">
                  <c:v>50.6</c:v>
                </c:pt>
                <c:pt idx="1379">
                  <c:v>50.4</c:v>
                </c:pt>
                <c:pt idx="1380">
                  <c:v>50.1</c:v>
                </c:pt>
                <c:pt idx="1381">
                  <c:v>49.9</c:v>
                </c:pt>
                <c:pt idx="1382">
                  <c:v>49.6</c:v>
                </c:pt>
                <c:pt idx="1383">
                  <c:v>49.3</c:v>
                </c:pt>
                <c:pt idx="1384">
                  <c:v>49</c:v>
                </c:pt>
                <c:pt idx="1385">
                  <c:v>48.7</c:v>
                </c:pt>
                <c:pt idx="1386">
                  <c:v>48.4</c:v>
                </c:pt>
                <c:pt idx="1387">
                  <c:v>48.1</c:v>
                </c:pt>
                <c:pt idx="1388">
                  <c:v>47.8</c:v>
                </c:pt>
                <c:pt idx="1389">
                  <c:v>47.6</c:v>
                </c:pt>
                <c:pt idx="1390">
                  <c:v>47.3</c:v>
                </c:pt>
                <c:pt idx="1391">
                  <c:v>47</c:v>
                </c:pt>
                <c:pt idx="1392">
                  <c:v>46.7</c:v>
                </c:pt>
                <c:pt idx="1393">
                  <c:v>46.4</c:v>
                </c:pt>
                <c:pt idx="1394">
                  <c:v>46</c:v>
                </c:pt>
                <c:pt idx="1395">
                  <c:v>47.2</c:v>
                </c:pt>
                <c:pt idx="1396">
                  <c:v>47.2</c:v>
                </c:pt>
                <c:pt idx="1397">
                  <c:v>47.3</c:v>
                </c:pt>
                <c:pt idx="1398">
                  <c:v>47.2</c:v>
                </c:pt>
                <c:pt idx="1399">
                  <c:v>62.8</c:v>
                </c:pt>
                <c:pt idx="1400">
                  <c:v>75.599999999999994</c:v>
                </c:pt>
                <c:pt idx="1401">
                  <c:v>75.3</c:v>
                </c:pt>
                <c:pt idx="1402">
                  <c:v>74.3</c:v>
                </c:pt>
                <c:pt idx="1403">
                  <c:v>74.8</c:v>
                </c:pt>
                <c:pt idx="1404">
                  <c:v>75.2</c:v>
                </c:pt>
                <c:pt idx="1405">
                  <c:v>75.3</c:v>
                </c:pt>
                <c:pt idx="1406">
                  <c:v>75.400000000000006</c:v>
                </c:pt>
                <c:pt idx="1407">
                  <c:v>75.7</c:v>
                </c:pt>
                <c:pt idx="1408">
                  <c:v>75.7</c:v>
                </c:pt>
                <c:pt idx="1409">
                  <c:v>75.7</c:v>
                </c:pt>
                <c:pt idx="1410">
                  <c:v>75.7</c:v>
                </c:pt>
                <c:pt idx="1411">
                  <c:v>75.5</c:v>
                </c:pt>
                <c:pt idx="1412">
                  <c:v>75.400000000000006</c:v>
                </c:pt>
                <c:pt idx="1413">
                  <c:v>75.2</c:v>
                </c:pt>
                <c:pt idx="1414">
                  <c:v>75</c:v>
                </c:pt>
                <c:pt idx="1415">
                  <c:v>74.8</c:v>
                </c:pt>
                <c:pt idx="1416">
                  <c:v>74.599999999999994</c:v>
                </c:pt>
                <c:pt idx="1417">
                  <c:v>74.400000000000006</c:v>
                </c:pt>
                <c:pt idx="1418">
                  <c:v>74.099999999999994</c:v>
                </c:pt>
                <c:pt idx="1419">
                  <c:v>73.900000000000006</c:v>
                </c:pt>
                <c:pt idx="1420">
                  <c:v>73.599999999999994</c:v>
                </c:pt>
                <c:pt idx="1421">
                  <c:v>73.400000000000006</c:v>
                </c:pt>
                <c:pt idx="1422">
                  <c:v>73.2</c:v>
                </c:pt>
                <c:pt idx="1423">
                  <c:v>72.900000000000006</c:v>
                </c:pt>
                <c:pt idx="1424">
                  <c:v>72.599999999999994</c:v>
                </c:pt>
                <c:pt idx="1425">
                  <c:v>72.400000000000006</c:v>
                </c:pt>
                <c:pt idx="1426">
                  <c:v>72.099999999999994</c:v>
                </c:pt>
                <c:pt idx="1427">
                  <c:v>71.8</c:v>
                </c:pt>
                <c:pt idx="1428">
                  <c:v>71.5</c:v>
                </c:pt>
                <c:pt idx="1429">
                  <c:v>71.3</c:v>
                </c:pt>
                <c:pt idx="1430">
                  <c:v>71</c:v>
                </c:pt>
                <c:pt idx="1431">
                  <c:v>70.7</c:v>
                </c:pt>
                <c:pt idx="1432">
                  <c:v>70.400000000000006</c:v>
                </c:pt>
                <c:pt idx="1433">
                  <c:v>70.099999999999994</c:v>
                </c:pt>
                <c:pt idx="1434">
                  <c:v>69.8</c:v>
                </c:pt>
                <c:pt idx="1435">
                  <c:v>69.5</c:v>
                </c:pt>
                <c:pt idx="1436">
                  <c:v>69.2</c:v>
                </c:pt>
                <c:pt idx="1437">
                  <c:v>68.900000000000006</c:v>
                </c:pt>
                <c:pt idx="1438">
                  <c:v>68.599999999999994</c:v>
                </c:pt>
                <c:pt idx="1439">
                  <c:v>68.3</c:v>
                </c:pt>
                <c:pt idx="1440">
                  <c:v>68.099999999999994</c:v>
                </c:pt>
                <c:pt idx="1441">
                  <c:v>67.8</c:v>
                </c:pt>
                <c:pt idx="1442">
                  <c:v>67.5</c:v>
                </c:pt>
                <c:pt idx="1443">
                  <c:v>67.3</c:v>
                </c:pt>
                <c:pt idx="1444">
                  <c:v>67</c:v>
                </c:pt>
                <c:pt idx="1445">
                  <c:v>66.7</c:v>
                </c:pt>
                <c:pt idx="1446">
                  <c:v>66.400000000000006</c:v>
                </c:pt>
                <c:pt idx="1447">
                  <c:v>66.099999999999994</c:v>
                </c:pt>
                <c:pt idx="1448">
                  <c:v>65.8</c:v>
                </c:pt>
                <c:pt idx="1449">
                  <c:v>65.5</c:v>
                </c:pt>
                <c:pt idx="1450">
                  <c:v>65.2</c:v>
                </c:pt>
                <c:pt idx="1451">
                  <c:v>64.900000000000006</c:v>
                </c:pt>
                <c:pt idx="1452">
                  <c:v>64.900000000000006</c:v>
                </c:pt>
                <c:pt idx="1453">
                  <c:v>64.900000000000006</c:v>
                </c:pt>
                <c:pt idx="1454">
                  <c:v>64.8</c:v>
                </c:pt>
                <c:pt idx="1455">
                  <c:v>64.900000000000006</c:v>
                </c:pt>
                <c:pt idx="1456">
                  <c:v>68.3</c:v>
                </c:pt>
                <c:pt idx="1457">
                  <c:v>73.900000000000006</c:v>
                </c:pt>
                <c:pt idx="1458">
                  <c:v>75</c:v>
                </c:pt>
                <c:pt idx="1459">
                  <c:v>75.900000000000006</c:v>
                </c:pt>
                <c:pt idx="1460">
                  <c:v>79.7</c:v>
                </c:pt>
                <c:pt idx="1461">
                  <c:v>80.8</c:v>
                </c:pt>
                <c:pt idx="1462">
                  <c:v>81.2</c:v>
                </c:pt>
                <c:pt idx="1463">
                  <c:v>82.2</c:v>
                </c:pt>
                <c:pt idx="1464">
                  <c:v>85.9</c:v>
                </c:pt>
                <c:pt idx="1465">
                  <c:v>86.7</c:v>
                </c:pt>
                <c:pt idx="1466">
                  <c:v>86.8</c:v>
                </c:pt>
                <c:pt idx="1467">
                  <c:v>86.8</c:v>
                </c:pt>
                <c:pt idx="1468">
                  <c:v>86.9</c:v>
                </c:pt>
                <c:pt idx="1469">
                  <c:v>86.9</c:v>
                </c:pt>
                <c:pt idx="1470">
                  <c:v>86.8</c:v>
                </c:pt>
                <c:pt idx="1471">
                  <c:v>86.7</c:v>
                </c:pt>
                <c:pt idx="1472">
                  <c:v>86.5</c:v>
                </c:pt>
                <c:pt idx="1473">
                  <c:v>86.3</c:v>
                </c:pt>
                <c:pt idx="1474">
                  <c:v>86.2</c:v>
                </c:pt>
                <c:pt idx="1475">
                  <c:v>86.1</c:v>
                </c:pt>
                <c:pt idx="1476">
                  <c:v>85.9</c:v>
                </c:pt>
                <c:pt idx="1477">
                  <c:v>85.7</c:v>
                </c:pt>
                <c:pt idx="1478">
                  <c:v>85.5</c:v>
                </c:pt>
                <c:pt idx="1479">
                  <c:v>85.3</c:v>
                </c:pt>
                <c:pt idx="1480">
                  <c:v>85.1</c:v>
                </c:pt>
                <c:pt idx="1481">
                  <c:v>85.3</c:v>
                </c:pt>
                <c:pt idx="1482">
                  <c:v>85.3</c:v>
                </c:pt>
                <c:pt idx="1483">
                  <c:v>85.2</c:v>
                </c:pt>
                <c:pt idx="1484">
                  <c:v>85</c:v>
                </c:pt>
                <c:pt idx="1485">
                  <c:v>84.8</c:v>
                </c:pt>
                <c:pt idx="1486">
                  <c:v>84.6</c:v>
                </c:pt>
                <c:pt idx="1487">
                  <c:v>84.5</c:v>
                </c:pt>
                <c:pt idx="1488">
                  <c:v>84.3</c:v>
                </c:pt>
                <c:pt idx="1489">
                  <c:v>84.1</c:v>
                </c:pt>
                <c:pt idx="1490">
                  <c:v>83.9</c:v>
                </c:pt>
                <c:pt idx="1491">
                  <c:v>83.7</c:v>
                </c:pt>
                <c:pt idx="1492">
                  <c:v>83.6</c:v>
                </c:pt>
                <c:pt idx="1493">
                  <c:v>83.4</c:v>
                </c:pt>
                <c:pt idx="1494">
                  <c:v>83.2</c:v>
                </c:pt>
                <c:pt idx="1495">
                  <c:v>83</c:v>
                </c:pt>
                <c:pt idx="1496">
                  <c:v>87.3</c:v>
                </c:pt>
                <c:pt idx="1497">
                  <c:v>86.4</c:v>
                </c:pt>
                <c:pt idx="1498">
                  <c:v>85.9</c:v>
                </c:pt>
                <c:pt idx="1499">
                  <c:v>86.1</c:v>
                </c:pt>
                <c:pt idx="1500">
                  <c:v>86.3</c:v>
                </c:pt>
                <c:pt idx="1501">
                  <c:v>86.3</c:v>
                </c:pt>
                <c:pt idx="1502">
                  <c:v>86.3</c:v>
                </c:pt>
                <c:pt idx="1503">
                  <c:v>86.3</c:v>
                </c:pt>
                <c:pt idx="1504">
                  <c:v>86.2</c:v>
                </c:pt>
                <c:pt idx="1505">
                  <c:v>86.1</c:v>
                </c:pt>
                <c:pt idx="1506">
                  <c:v>86</c:v>
                </c:pt>
                <c:pt idx="1507">
                  <c:v>85.9</c:v>
                </c:pt>
                <c:pt idx="1508">
                  <c:v>85.7</c:v>
                </c:pt>
                <c:pt idx="1509">
                  <c:v>85.5</c:v>
                </c:pt>
                <c:pt idx="1510">
                  <c:v>85.3</c:v>
                </c:pt>
                <c:pt idx="1511">
                  <c:v>85.2</c:v>
                </c:pt>
                <c:pt idx="1512">
                  <c:v>85</c:v>
                </c:pt>
                <c:pt idx="1513">
                  <c:v>84.8</c:v>
                </c:pt>
                <c:pt idx="1514">
                  <c:v>84.6</c:v>
                </c:pt>
                <c:pt idx="1515">
                  <c:v>84.5</c:v>
                </c:pt>
                <c:pt idx="1516">
                  <c:v>84.4</c:v>
                </c:pt>
                <c:pt idx="1517">
                  <c:v>84.2</c:v>
                </c:pt>
                <c:pt idx="1518">
                  <c:v>84.1</c:v>
                </c:pt>
                <c:pt idx="1519">
                  <c:v>84</c:v>
                </c:pt>
                <c:pt idx="1520">
                  <c:v>83.8</c:v>
                </c:pt>
                <c:pt idx="1521">
                  <c:v>83.6</c:v>
                </c:pt>
                <c:pt idx="1522">
                  <c:v>83.5</c:v>
                </c:pt>
                <c:pt idx="1523">
                  <c:v>83.3</c:v>
                </c:pt>
                <c:pt idx="1524">
                  <c:v>83.1</c:v>
                </c:pt>
                <c:pt idx="1525">
                  <c:v>82.9</c:v>
                </c:pt>
                <c:pt idx="1526">
                  <c:v>82.8</c:v>
                </c:pt>
                <c:pt idx="1527">
                  <c:v>82.6</c:v>
                </c:pt>
                <c:pt idx="1528">
                  <c:v>82.5</c:v>
                </c:pt>
                <c:pt idx="1529">
                  <c:v>83.1</c:v>
                </c:pt>
                <c:pt idx="1530">
                  <c:v>84.1</c:v>
                </c:pt>
                <c:pt idx="1531">
                  <c:v>84.5</c:v>
                </c:pt>
                <c:pt idx="1532">
                  <c:v>84.7</c:v>
                </c:pt>
                <c:pt idx="1533">
                  <c:v>84.8</c:v>
                </c:pt>
                <c:pt idx="1534">
                  <c:v>84.8</c:v>
                </c:pt>
                <c:pt idx="1535">
                  <c:v>84.8</c:v>
                </c:pt>
                <c:pt idx="1536">
                  <c:v>84.7</c:v>
                </c:pt>
                <c:pt idx="1537">
                  <c:v>84.6</c:v>
                </c:pt>
                <c:pt idx="1538">
                  <c:v>84.6</c:v>
                </c:pt>
                <c:pt idx="1539">
                  <c:v>84.5</c:v>
                </c:pt>
                <c:pt idx="1540">
                  <c:v>84.3</c:v>
                </c:pt>
                <c:pt idx="1541">
                  <c:v>84.2</c:v>
                </c:pt>
                <c:pt idx="1542">
                  <c:v>84</c:v>
                </c:pt>
                <c:pt idx="1543">
                  <c:v>83.9</c:v>
                </c:pt>
                <c:pt idx="1544">
                  <c:v>83.7</c:v>
                </c:pt>
                <c:pt idx="1545">
                  <c:v>83.6</c:v>
                </c:pt>
                <c:pt idx="1546">
                  <c:v>83.5</c:v>
                </c:pt>
                <c:pt idx="1547">
                  <c:v>83.4</c:v>
                </c:pt>
                <c:pt idx="1548">
                  <c:v>83.2</c:v>
                </c:pt>
                <c:pt idx="1549">
                  <c:v>83</c:v>
                </c:pt>
                <c:pt idx="1550">
                  <c:v>82.9</c:v>
                </c:pt>
                <c:pt idx="1551">
                  <c:v>82.7</c:v>
                </c:pt>
                <c:pt idx="1552">
                  <c:v>82.5</c:v>
                </c:pt>
                <c:pt idx="1553">
                  <c:v>82.3</c:v>
                </c:pt>
                <c:pt idx="1554">
                  <c:v>82.3</c:v>
                </c:pt>
                <c:pt idx="1555">
                  <c:v>82.4</c:v>
                </c:pt>
                <c:pt idx="1556">
                  <c:v>82.4</c:v>
                </c:pt>
                <c:pt idx="1557">
                  <c:v>82.3</c:v>
                </c:pt>
                <c:pt idx="1558">
                  <c:v>82.3</c:v>
                </c:pt>
                <c:pt idx="1559">
                  <c:v>82.2</c:v>
                </c:pt>
                <c:pt idx="1560">
                  <c:v>82.1</c:v>
                </c:pt>
                <c:pt idx="1561">
                  <c:v>81.900000000000006</c:v>
                </c:pt>
                <c:pt idx="1562">
                  <c:v>81.8</c:v>
                </c:pt>
                <c:pt idx="1563">
                  <c:v>81.7</c:v>
                </c:pt>
                <c:pt idx="1564">
                  <c:v>81.599999999999994</c:v>
                </c:pt>
                <c:pt idx="1565">
                  <c:v>81.400000000000006</c:v>
                </c:pt>
                <c:pt idx="1566">
                  <c:v>81.3</c:v>
                </c:pt>
                <c:pt idx="1567">
                  <c:v>81.099999999999994</c:v>
                </c:pt>
                <c:pt idx="1568">
                  <c:v>81</c:v>
                </c:pt>
                <c:pt idx="1569">
                  <c:v>80.8</c:v>
                </c:pt>
                <c:pt idx="1570">
                  <c:v>80.7</c:v>
                </c:pt>
                <c:pt idx="1571">
                  <c:v>80.599999999999994</c:v>
                </c:pt>
                <c:pt idx="1572">
                  <c:v>80.400000000000006</c:v>
                </c:pt>
                <c:pt idx="1573">
                  <c:v>80.2</c:v>
                </c:pt>
                <c:pt idx="1574">
                  <c:v>80.099999999999994</c:v>
                </c:pt>
                <c:pt idx="1575">
                  <c:v>79.900000000000006</c:v>
                </c:pt>
                <c:pt idx="1576">
                  <c:v>79.7</c:v>
                </c:pt>
                <c:pt idx="1577">
                  <c:v>79.5</c:v>
                </c:pt>
                <c:pt idx="1578">
                  <c:v>79.3</c:v>
                </c:pt>
                <c:pt idx="1579">
                  <c:v>79.099999999999994</c:v>
                </c:pt>
                <c:pt idx="1580">
                  <c:v>79</c:v>
                </c:pt>
                <c:pt idx="1581">
                  <c:v>78.8</c:v>
                </c:pt>
                <c:pt idx="1582">
                  <c:v>78.599999999999994</c:v>
                </c:pt>
                <c:pt idx="1583">
                  <c:v>78.400000000000006</c:v>
                </c:pt>
                <c:pt idx="1584">
                  <c:v>78.2</c:v>
                </c:pt>
                <c:pt idx="1585">
                  <c:v>78</c:v>
                </c:pt>
                <c:pt idx="1586">
                  <c:v>77.8</c:v>
                </c:pt>
                <c:pt idx="1587">
                  <c:v>77.599999999999994</c:v>
                </c:pt>
                <c:pt idx="1588">
                  <c:v>77.400000000000006</c:v>
                </c:pt>
                <c:pt idx="1589">
                  <c:v>77.3</c:v>
                </c:pt>
                <c:pt idx="1590">
                  <c:v>77.099999999999994</c:v>
                </c:pt>
                <c:pt idx="1591">
                  <c:v>76.900000000000006</c:v>
                </c:pt>
                <c:pt idx="1592">
                  <c:v>76.7</c:v>
                </c:pt>
                <c:pt idx="1593">
                  <c:v>76.5</c:v>
                </c:pt>
                <c:pt idx="1594">
                  <c:v>76.3</c:v>
                </c:pt>
                <c:pt idx="1595">
                  <c:v>76.099999999999994</c:v>
                </c:pt>
                <c:pt idx="1596">
                  <c:v>75.900000000000006</c:v>
                </c:pt>
                <c:pt idx="1597">
                  <c:v>75.7</c:v>
                </c:pt>
                <c:pt idx="1598">
                  <c:v>75.5</c:v>
                </c:pt>
                <c:pt idx="1599">
                  <c:v>75.3</c:v>
                </c:pt>
                <c:pt idx="1600">
                  <c:v>75.2</c:v>
                </c:pt>
                <c:pt idx="1601">
                  <c:v>74.900000000000006</c:v>
                </c:pt>
                <c:pt idx="1602">
                  <c:v>74.8</c:v>
                </c:pt>
                <c:pt idx="1603">
                  <c:v>74.599999999999994</c:v>
                </c:pt>
                <c:pt idx="1604">
                  <c:v>74.400000000000006</c:v>
                </c:pt>
                <c:pt idx="1605">
                  <c:v>74.2</c:v>
                </c:pt>
                <c:pt idx="1606">
                  <c:v>74</c:v>
                </c:pt>
                <c:pt idx="1607">
                  <c:v>73.8</c:v>
                </c:pt>
                <c:pt idx="1608">
                  <c:v>73.599999999999994</c:v>
                </c:pt>
                <c:pt idx="1609">
                  <c:v>73.400000000000006</c:v>
                </c:pt>
                <c:pt idx="1610">
                  <c:v>73.2</c:v>
                </c:pt>
                <c:pt idx="1611">
                  <c:v>73</c:v>
                </c:pt>
                <c:pt idx="1612">
                  <c:v>72.8</c:v>
                </c:pt>
                <c:pt idx="1613">
                  <c:v>72.599999999999994</c:v>
                </c:pt>
                <c:pt idx="1614">
                  <c:v>72.400000000000006</c:v>
                </c:pt>
                <c:pt idx="1615">
                  <c:v>72.2</c:v>
                </c:pt>
                <c:pt idx="1616">
                  <c:v>72.2</c:v>
                </c:pt>
                <c:pt idx="1617">
                  <c:v>72</c:v>
                </c:pt>
                <c:pt idx="1618">
                  <c:v>71.8</c:v>
                </c:pt>
                <c:pt idx="1619">
                  <c:v>71.599999999999994</c:v>
                </c:pt>
                <c:pt idx="1620">
                  <c:v>71.400000000000006</c:v>
                </c:pt>
                <c:pt idx="1621">
                  <c:v>71.2</c:v>
                </c:pt>
                <c:pt idx="1622">
                  <c:v>71.099999999999994</c:v>
                </c:pt>
                <c:pt idx="1623">
                  <c:v>70.900000000000006</c:v>
                </c:pt>
                <c:pt idx="1624">
                  <c:v>70.7</c:v>
                </c:pt>
                <c:pt idx="1625">
                  <c:v>70.5</c:v>
                </c:pt>
                <c:pt idx="1626">
                  <c:v>70.3</c:v>
                </c:pt>
                <c:pt idx="1627">
                  <c:v>70.099999999999994</c:v>
                </c:pt>
                <c:pt idx="1628">
                  <c:v>69.900000000000006</c:v>
                </c:pt>
                <c:pt idx="1629">
                  <c:v>69.7</c:v>
                </c:pt>
                <c:pt idx="1630">
                  <c:v>69.5</c:v>
                </c:pt>
                <c:pt idx="1631">
                  <c:v>69.3</c:v>
                </c:pt>
                <c:pt idx="1632">
                  <c:v>69.2</c:v>
                </c:pt>
                <c:pt idx="1633">
                  <c:v>69</c:v>
                </c:pt>
                <c:pt idx="1634">
                  <c:v>68.900000000000006</c:v>
                </c:pt>
                <c:pt idx="1635">
                  <c:v>68.599999999999994</c:v>
                </c:pt>
                <c:pt idx="1636">
                  <c:v>68.5</c:v>
                </c:pt>
                <c:pt idx="1637">
                  <c:v>68.3</c:v>
                </c:pt>
                <c:pt idx="1638">
                  <c:v>68.099999999999994</c:v>
                </c:pt>
                <c:pt idx="1639">
                  <c:v>67.900000000000006</c:v>
                </c:pt>
                <c:pt idx="1640">
                  <c:v>67.7</c:v>
                </c:pt>
                <c:pt idx="1641">
                  <c:v>67.5</c:v>
                </c:pt>
                <c:pt idx="1642">
                  <c:v>67.3</c:v>
                </c:pt>
                <c:pt idx="1643">
                  <c:v>67.099999999999994</c:v>
                </c:pt>
                <c:pt idx="1644">
                  <c:v>66.900000000000006</c:v>
                </c:pt>
                <c:pt idx="1645">
                  <c:v>66.7</c:v>
                </c:pt>
                <c:pt idx="1646">
                  <c:v>66.5</c:v>
                </c:pt>
                <c:pt idx="1647">
                  <c:v>66.3</c:v>
                </c:pt>
                <c:pt idx="1648">
                  <c:v>66.099999999999994</c:v>
                </c:pt>
                <c:pt idx="1649">
                  <c:v>65.900000000000006</c:v>
                </c:pt>
                <c:pt idx="1650">
                  <c:v>65.7</c:v>
                </c:pt>
                <c:pt idx="1651">
                  <c:v>65.5</c:v>
                </c:pt>
                <c:pt idx="1652">
                  <c:v>65.3</c:v>
                </c:pt>
                <c:pt idx="1653">
                  <c:v>65.099999999999994</c:v>
                </c:pt>
                <c:pt idx="1654">
                  <c:v>64.900000000000006</c:v>
                </c:pt>
                <c:pt idx="1655">
                  <c:v>64.7</c:v>
                </c:pt>
                <c:pt idx="1656">
                  <c:v>64.599999999999994</c:v>
                </c:pt>
                <c:pt idx="1657">
                  <c:v>64.3</c:v>
                </c:pt>
                <c:pt idx="1658">
                  <c:v>64.099999999999994</c:v>
                </c:pt>
                <c:pt idx="1659">
                  <c:v>63.9</c:v>
                </c:pt>
                <c:pt idx="1660">
                  <c:v>63.7</c:v>
                </c:pt>
                <c:pt idx="1661">
                  <c:v>63.6</c:v>
                </c:pt>
                <c:pt idx="1662">
                  <c:v>63.5</c:v>
                </c:pt>
                <c:pt idx="1663">
                  <c:v>63.4</c:v>
                </c:pt>
                <c:pt idx="1664">
                  <c:v>63.3</c:v>
                </c:pt>
                <c:pt idx="1665">
                  <c:v>63.1</c:v>
                </c:pt>
                <c:pt idx="1666">
                  <c:v>63</c:v>
                </c:pt>
                <c:pt idx="1667">
                  <c:v>62.8</c:v>
                </c:pt>
                <c:pt idx="1668">
                  <c:v>62.7</c:v>
                </c:pt>
                <c:pt idx="1669">
                  <c:v>62.5</c:v>
                </c:pt>
                <c:pt idx="1670">
                  <c:v>62.3</c:v>
                </c:pt>
                <c:pt idx="1671">
                  <c:v>62.2</c:v>
                </c:pt>
                <c:pt idx="1672">
                  <c:v>62</c:v>
                </c:pt>
                <c:pt idx="1673">
                  <c:v>61.8</c:v>
                </c:pt>
                <c:pt idx="1674">
                  <c:v>61.6</c:v>
                </c:pt>
                <c:pt idx="1675">
                  <c:v>61.4</c:v>
                </c:pt>
                <c:pt idx="1676">
                  <c:v>61.2</c:v>
                </c:pt>
                <c:pt idx="1677">
                  <c:v>61</c:v>
                </c:pt>
                <c:pt idx="1678">
                  <c:v>60.8</c:v>
                </c:pt>
                <c:pt idx="1679">
                  <c:v>60.6</c:v>
                </c:pt>
                <c:pt idx="1680">
                  <c:v>60.4</c:v>
                </c:pt>
                <c:pt idx="1681">
                  <c:v>60.3</c:v>
                </c:pt>
                <c:pt idx="1682">
                  <c:v>60.3</c:v>
                </c:pt>
                <c:pt idx="1683">
                  <c:v>60.3</c:v>
                </c:pt>
                <c:pt idx="1684">
                  <c:v>60.2</c:v>
                </c:pt>
                <c:pt idx="1685">
                  <c:v>60.1</c:v>
                </c:pt>
                <c:pt idx="1686">
                  <c:v>60</c:v>
                </c:pt>
                <c:pt idx="1687">
                  <c:v>59.9</c:v>
                </c:pt>
                <c:pt idx="1688">
                  <c:v>59.7</c:v>
                </c:pt>
                <c:pt idx="1689">
                  <c:v>59.5</c:v>
                </c:pt>
                <c:pt idx="1690">
                  <c:v>59.3</c:v>
                </c:pt>
                <c:pt idx="1691">
                  <c:v>59.2</c:v>
                </c:pt>
                <c:pt idx="1692">
                  <c:v>58.9</c:v>
                </c:pt>
                <c:pt idx="1693">
                  <c:v>58.8</c:v>
                </c:pt>
                <c:pt idx="1694">
                  <c:v>58.6</c:v>
                </c:pt>
                <c:pt idx="1695">
                  <c:v>58.4</c:v>
                </c:pt>
                <c:pt idx="1696">
                  <c:v>58.3</c:v>
                </c:pt>
                <c:pt idx="1697">
                  <c:v>58.1</c:v>
                </c:pt>
                <c:pt idx="1698">
                  <c:v>58</c:v>
                </c:pt>
                <c:pt idx="1699">
                  <c:v>57.8</c:v>
                </c:pt>
                <c:pt idx="1700">
                  <c:v>57.6</c:v>
                </c:pt>
                <c:pt idx="1701">
                  <c:v>57.5</c:v>
                </c:pt>
                <c:pt idx="1702">
                  <c:v>57.4</c:v>
                </c:pt>
                <c:pt idx="1703">
                  <c:v>57.2</c:v>
                </c:pt>
                <c:pt idx="1704">
                  <c:v>57</c:v>
                </c:pt>
                <c:pt idx="1705">
                  <c:v>56.8</c:v>
                </c:pt>
                <c:pt idx="1706">
                  <c:v>56.6</c:v>
                </c:pt>
                <c:pt idx="1707">
                  <c:v>56.3</c:v>
                </c:pt>
                <c:pt idx="1708">
                  <c:v>56.1</c:v>
                </c:pt>
                <c:pt idx="1709">
                  <c:v>55.9</c:v>
                </c:pt>
                <c:pt idx="1710">
                  <c:v>55.6</c:v>
                </c:pt>
                <c:pt idx="1711">
                  <c:v>55.3</c:v>
                </c:pt>
                <c:pt idx="1712">
                  <c:v>55</c:v>
                </c:pt>
                <c:pt idx="1713">
                  <c:v>54.7</c:v>
                </c:pt>
                <c:pt idx="1714">
                  <c:v>54.4</c:v>
                </c:pt>
                <c:pt idx="1715">
                  <c:v>54.1</c:v>
                </c:pt>
                <c:pt idx="1716">
                  <c:v>53.8</c:v>
                </c:pt>
                <c:pt idx="1717">
                  <c:v>53.5</c:v>
                </c:pt>
                <c:pt idx="1718">
                  <c:v>53.1</c:v>
                </c:pt>
                <c:pt idx="1719">
                  <c:v>52.8</c:v>
                </c:pt>
                <c:pt idx="1720">
                  <c:v>52.6</c:v>
                </c:pt>
                <c:pt idx="1721">
                  <c:v>52.3</c:v>
                </c:pt>
                <c:pt idx="1722">
                  <c:v>52.1</c:v>
                </c:pt>
                <c:pt idx="1723">
                  <c:v>51.8</c:v>
                </c:pt>
                <c:pt idx="1724">
                  <c:v>51.5</c:v>
                </c:pt>
                <c:pt idx="1725">
                  <c:v>51.2</c:v>
                </c:pt>
                <c:pt idx="1726">
                  <c:v>50.9</c:v>
                </c:pt>
                <c:pt idx="1727">
                  <c:v>50.6</c:v>
                </c:pt>
                <c:pt idx="1728">
                  <c:v>50.2</c:v>
                </c:pt>
                <c:pt idx="1729">
                  <c:v>50.2</c:v>
                </c:pt>
                <c:pt idx="1730">
                  <c:v>50</c:v>
                </c:pt>
                <c:pt idx="1731">
                  <c:v>49.8</c:v>
                </c:pt>
                <c:pt idx="1732">
                  <c:v>49.5</c:v>
                </c:pt>
                <c:pt idx="1733">
                  <c:v>49.2</c:v>
                </c:pt>
                <c:pt idx="1734">
                  <c:v>48.9</c:v>
                </c:pt>
                <c:pt idx="1735">
                  <c:v>48.5</c:v>
                </c:pt>
                <c:pt idx="1736">
                  <c:v>48.2</c:v>
                </c:pt>
                <c:pt idx="1737">
                  <c:v>47.8</c:v>
                </c:pt>
                <c:pt idx="1738">
                  <c:v>47.5</c:v>
                </c:pt>
                <c:pt idx="1739">
                  <c:v>47.2</c:v>
                </c:pt>
                <c:pt idx="1740">
                  <c:v>47.2</c:v>
                </c:pt>
                <c:pt idx="1741">
                  <c:v>47</c:v>
                </c:pt>
                <c:pt idx="1742">
                  <c:v>46.7</c:v>
                </c:pt>
                <c:pt idx="1743">
                  <c:v>46.4</c:v>
                </c:pt>
                <c:pt idx="1744">
                  <c:v>46.1</c:v>
                </c:pt>
                <c:pt idx="1745">
                  <c:v>45.8</c:v>
                </c:pt>
                <c:pt idx="1746">
                  <c:v>45.5</c:v>
                </c:pt>
                <c:pt idx="1747">
                  <c:v>45.1</c:v>
                </c:pt>
                <c:pt idx="1748">
                  <c:v>44.8</c:v>
                </c:pt>
                <c:pt idx="1749">
                  <c:v>44.5</c:v>
                </c:pt>
                <c:pt idx="1750">
                  <c:v>44.1</c:v>
                </c:pt>
                <c:pt idx="1751">
                  <c:v>43.8</c:v>
                </c:pt>
                <c:pt idx="1752">
                  <c:v>43.5</c:v>
                </c:pt>
                <c:pt idx="1753">
                  <c:v>43.1</c:v>
                </c:pt>
                <c:pt idx="1754">
                  <c:v>42.8</c:v>
                </c:pt>
                <c:pt idx="1755">
                  <c:v>42.5</c:v>
                </c:pt>
                <c:pt idx="1756">
                  <c:v>42.2</c:v>
                </c:pt>
                <c:pt idx="1757">
                  <c:v>41.8</c:v>
                </c:pt>
                <c:pt idx="1758">
                  <c:v>41.5</c:v>
                </c:pt>
                <c:pt idx="1759">
                  <c:v>41.3</c:v>
                </c:pt>
                <c:pt idx="1760">
                  <c:v>40.9</c:v>
                </c:pt>
                <c:pt idx="1761">
                  <c:v>40.700000000000003</c:v>
                </c:pt>
                <c:pt idx="1762">
                  <c:v>40.5</c:v>
                </c:pt>
                <c:pt idx="1763">
                  <c:v>40.200000000000003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A8-46FB-8FC0-8F44C47C4444}"/>
            </c:ext>
          </c:extLst>
        </c:ser>
        <c:ser>
          <c:idx val="1"/>
          <c:order val="1"/>
          <c:tx>
            <c:strRef>
              <c:f>Sheet1!$M$1</c:f>
              <c:strCache>
                <c:ptCount val="1"/>
                <c:pt idx="0">
                  <c:v>SDP 사용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Sheet1!$B$2:$B$1765</c:f>
              <c:strCache>
                <c:ptCount val="1764"/>
                <c:pt idx="0">
                  <c:v>2014-09-01</c:v>
                </c:pt>
                <c:pt idx="1">
                  <c:v>2014-09-02</c:v>
                </c:pt>
                <c:pt idx="2">
                  <c:v>2014-09-03</c:v>
                </c:pt>
                <c:pt idx="3">
                  <c:v>2014-09-04</c:v>
                </c:pt>
                <c:pt idx="4">
                  <c:v>2014-09-05</c:v>
                </c:pt>
                <c:pt idx="5">
                  <c:v>2014-09-06</c:v>
                </c:pt>
                <c:pt idx="6">
                  <c:v>2014-09-07</c:v>
                </c:pt>
                <c:pt idx="7">
                  <c:v>2014-09-08</c:v>
                </c:pt>
                <c:pt idx="8">
                  <c:v>2014-09-09</c:v>
                </c:pt>
                <c:pt idx="9">
                  <c:v>2014-09-10</c:v>
                </c:pt>
                <c:pt idx="10">
                  <c:v>2014-09-11</c:v>
                </c:pt>
                <c:pt idx="11">
                  <c:v>2014-09-12</c:v>
                </c:pt>
                <c:pt idx="12">
                  <c:v>2014-09-13</c:v>
                </c:pt>
                <c:pt idx="13">
                  <c:v>2014-09-14</c:v>
                </c:pt>
                <c:pt idx="14">
                  <c:v>2014-09-15</c:v>
                </c:pt>
                <c:pt idx="15">
                  <c:v>2014-09-16</c:v>
                </c:pt>
                <c:pt idx="16">
                  <c:v>2014-09-17</c:v>
                </c:pt>
                <c:pt idx="17">
                  <c:v>2014-09-18</c:v>
                </c:pt>
                <c:pt idx="18">
                  <c:v>2014-09-19</c:v>
                </c:pt>
                <c:pt idx="19">
                  <c:v>2014-09-20</c:v>
                </c:pt>
                <c:pt idx="20">
                  <c:v>2014-09-21</c:v>
                </c:pt>
                <c:pt idx="21">
                  <c:v>2014-09-22</c:v>
                </c:pt>
                <c:pt idx="22">
                  <c:v>2014-09-23</c:v>
                </c:pt>
                <c:pt idx="23">
                  <c:v>2014-09-24</c:v>
                </c:pt>
                <c:pt idx="24">
                  <c:v>2014-09-25</c:v>
                </c:pt>
                <c:pt idx="25">
                  <c:v>2014-09-26</c:v>
                </c:pt>
                <c:pt idx="26">
                  <c:v>2014-09-27</c:v>
                </c:pt>
                <c:pt idx="27">
                  <c:v>2014-09-28</c:v>
                </c:pt>
                <c:pt idx="28">
                  <c:v>2014-09-29</c:v>
                </c:pt>
                <c:pt idx="29">
                  <c:v>2014-09-30</c:v>
                </c:pt>
                <c:pt idx="30">
                  <c:v>2014-10-01</c:v>
                </c:pt>
                <c:pt idx="31">
                  <c:v>2014-10-02</c:v>
                </c:pt>
                <c:pt idx="32">
                  <c:v>2014-10-03</c:v>
                </c:pt>
                <c:pt idx="33">
                  <c:v>2014-10-04</c:v>
                </c:pt>
                <c:pt idx="34">
                  <c:v>2014-10-05</c:v>
                </c:pt>
                <c:pt idx="35">
                  <c:v>2014-10-06</c:v>
                </c:pt>
                <c:pt idx="36">
                  <c:v>2014-10-07</c:v>
                </c:pt>
                <c:pt idx="37">
                  <c:v>2014-10-08</c:v>
                </c:pt>
                <c:pt idx="38">
                  <c:v>2014-10-09</c:v>
                </c:pt>
                <c:pt idx="39">
                  <c:v>2014-10-10</c:v>
                </c:pt>
                <c:pt idx="40">
                  <c:v>2014-10-11</c:v>
                </c:pt>
                <c:pt idx="41">
                  <c:v>2014-10-12</c:v>
                </c:pt>
                <c:pt idx="42">
                  <c:v>2014-10-13</c:v>
                </c:pt>
                <c:pt idx="43">
                  <c:v>2014-10-14</c:v>
                </c:pt>
                <c:pt idx="44">
                  <c:v>2014-10-15</c:v>
                </c:pt>
                <c:pt idx="45">
                  <c:v>2014-10-16</c:v>
                </c:pt>
                <c:pt idx="46">
                  <c:v>2014-10-17</c:v>
                </c:pt>
                <c:pt idx="47">
                  <c:v>2014-10-18</c:v>
                </c:pt>
                <c:pt idx="48">
                  <c:v>2014-10-19</c:v>
                </c:pt>
                <c:pt idx="49">
                  <c:v>2014-10-20</c:v>
                </c:pt>
                <c:pt idx="50">
                  <c:v>2014-10-21</c:v>
                </c:pt>
                <c:pt idx="51">
                  <c:v>2014-10-22</c:v>
                </c:pt>
                <c:pt idx="52">
                  <c:v>2014-10-23</c:v>
                </c:pt>
                <c:pt idx="53">
                  <c:v>2014-10-24</c:v>
                </c:pt>
                <c:pt idx="54">
                  <c:v>2014-10-25</c:v>
                </c:pt>
                <c:pt idx="55">
                  <c:v>2014-10-26</c:v>
                </c:pt>
                <c:pt idx="56">
                  <c:v>2014-10-27</c:v>
                </c:pt>
                <c:pt idx="57">
                  <c:v>2014-10-28</c:v>
                </c:pt>
                <c:pt idx="58">
                  <c:v>2014-10-29</c:v>
                </c:pt>
                <c:pt idx="59">
                  <c:v>2014-10-30</c:v>
                </c:pt>
                <c:pt idx="60">
                  <c:v>2014-10-31</c:v>
                </c:pt>
                <c:pt idx="61">
                  <c:v>2014-11-01</c:v>
                </c:pt>
                <c:pt idx="62">
                  <c:v>2014-11-02</c:v>
                </c:pt>
                <c:pt idx="63">
                  <c:v>2014-11-03</c:v>
                </c:pt>
                <c:pt idx="64">
                  <c:v>2014-11-04</c:v>
                </c:pt>
                <c:pt idx="65">
                  <c:v>2014-11-05</c:v>
                </c:pt>
                <c:pt idx="66">
                  <c:v>2014-11-06</c:v>
                </c:pt>
                <c:pt idx="67">
                  <c:v>2014-11-07</c:v>
                </c:pt>
                <c:pt idx="68">
                  <c:v>2014-11-08</c:v>
                </c:pt>
                <c:pt idx="69">
                  <c:v>2014-11-09</c:v>
                </c:pt>
                <c:pt idx="70">
                  <c:v>2014-11-10</c:v>
                </c:pt>
                <c:pt idx="71">
                  <c:v>2014-11-11</c:v>
                </c:pt>
                <c:pt idx="72">
                  <c:v>2014-11-12</c:v>
                </c:pt>
                <c:pt idx="73">
                  <c:v>2014-11-13</c:v>
                </c:pt>
                <c:pt idx="74">
                  <c:v>2014-11-14</c:v>
                </c:pt>
                <c:pt idx="75">
                  <c:v>2014-11-15</c:v>
                </c:pt>
                <c:pt idx="76">
                  <c:v>2014-11-16</c:v>
                </c:pt>
                <c:pt idx="77">
                  <c:v>2014-11-17</c:v>
                </c:pt>
                <c:pt idx="78">
                  <c:v>2014-11-18</c:v>
                </c:pt>
                <c:pt idx="79">
                  <c:v>2014-11-19</c:v>
                </c:pt>
                <c:pt idx="80">
                  <c:v>2014-11-20</c:v>
                </c:pt>
                <c:pt idx="81">
                  <c:v>2014-11-21</c:v>
                </c:pt>
                <c:pt idx="82">
                  <c:v>2014-11-22</c:v>
                </c:pt>
                <c:pt idx="83">
                  <c:v>2014-11-23</c:v>
                </c:pt>
                <c:pt idx="84">
                  <c:v>2014-11-24</c:v>
                </c:pt>
                <c:pt idx="85">
                  <c:v>2014-11-25</c:v>
                </c:pt>
                <c:pt idx="86">
                  <c:v>2014-11-26</c:v>
                </c:pt>
                <c:pt idx="87">
                  <c:v>2014-11-27</c:v>
                </c:pt>
                <c:pt idx="88">
                  <c:v>2014-11-28</c:v>
                </c:pt>
                <c:pt idx="89">
                  <c:v>2014-11-29</c:v>
                </c:pt>
                <c:pt idx="90">
                  <c:v>2014-11-30</c:v>
                </c:pt>
                <c:pt idx="91">
                  <c:v>2014-12-01</c:v>
                </c:pt>
                <c:pt idx="92">
                  <c:v>2014-12-02</c:v>
                </c:pt>
                <c:pt idx="93">
                  <c:v>2014-12-03</c:v>
                </c:pt>
                <c:pt idx="94">
                  <c:v>2014-12-04</c:v>
                </c:pt>
                <c:pt idx="95">
                  <c:v>2014-12-05</c:v>
                </c:pt>
                <c:pt idx="96">
                  <c:v>2014-12-06</c:v>
                </c:pt>
                <c:pt idx="97">
                  <c:v>2014-12-07</c:v>
                </c:pt>
                <c:pt idx="98">
                  <c:v>2014-12-08</c:v>
                </c:pt>
                <c:pt idx="99">
                  <c:v>2014-12-09</c:v>
                </c:pt>
                <c:pt idx="100">
                  <c:v>2014-12-10</c:v>
                </c:pt>
                <c:pt idx="101">
                  <c:v>2014-12-11</c:v>
                </c:pt>
                <c:pt idx="102">
                  <c:v>2014-12-12</c:v>
                </c:pt>
                <c:pt idx="103">
                  <c:v>2014-12-13</c:v>
                </c:pt>
                <c:pt idx="104">
                  <c:v>2014-12-14</c:v>
                </c:pt>
                <c:pt idx="105">
                  <c:v>2014-12-15</c:v>
                </c:pt>
                <c:pt idx="106">
                  <c:v>2014-12-16</c:v>
                </c:pt>
                <c:pt idx="107">
                  <c:v>2014-12-17</c:v>
                </c:pt>
                <c:pt idx="108">
                  <c:v>2014-12-18</c:v>
                </c:pt>
                <c:pt idx="109">
                  <c:v>2014-12-19</c:v>
                </c:pt>
                <c:pt idx="110">
                  <c:v>2014-12-20</c:v>
                </c:pt>
                <c:pt idx="111">
                  <c:v>2014-12-21</c:v>
                </c:pt>
                <c:pt idx="112">
                  <c:v>2014-12-22</c:v>
                </c:pt>
                <c:pt idx="113">
                  <c:v>2014-12-23</c:v>
                </c:pt>
                <c:pt idx="114">
                  <c:v>2014-12-24</c:v>
                </c:pt>
                <c:pt idx="115">
                  <c:v>2014-12-25</c:v>
                </c:pt>
                <c:pt idx="116">
                  <c:v>2014-12-26</c:v>
                </c:pt>
                <c:pt idx="117">
                  <c:v>2014-12-27</c:v>
                </c:pt>
                <c:pt idx="118">
                  <c:v>2014-12-28</c:v>
                </c:pt>
                <c:pt idx="119">
                  <c:v>2014-12-29</c:v>
                </c:pt>
                <c:pt idx="120">
                  <c:v>2014-12-30</c:v>
                </c:pt>
                <c:pt idx="121">
                  <c:v>2014-12-31</c:v>
                </c:pt>
                <c:pt idx="122">
                  <c:v>2015-01-01</c:v>
                </c:pt>
                <c:pt idx="123">
                  <c:v>2015-01-02</c:v>
                </c:pt>
                <c:pt idx="124">
                  <c:v>2015-01-03</c:v>
                </c:pt>
                <c:pt idx="125">
                  <c:v>2015-01-04</c:v>
                </c:pt>
                <c:pt idx="126">
                  <c:v>2015-01-05</c:v>
                </c:pt>
                <c:pt idx="127">
                  <c:v>2015-01-06</c:v>
                </c:pt>
                <c:pt idx="128">
                  <c:v>2015-01-07</c:v>
                </c:pt>
                <c:pt idx="129">
                  <c:v>2015-01-08</c:v>
                </c:pt>
                <c:pt idx="130">
                  <c:v>2015-01-09</c:v>
                </c:pt>
                <c:pt idx="131">
                  <c:v>2015-01-10</c:v>
                </c:pt>
                <c:pt idx="132">
                  <c:v>2015-01-11</c:v>
                </c:pt>
                <c:pt idx="133">
                  <c:v>2015-01-12</c:v>
                </c:pt>
                <c:pt idx="134">
                  <c:v>2015-01-13</c:v>
                </c:pt>
                <c:pt idx="135">
                  <c:v>2015-01-14</c:v>
                </c:pt>
                <c:pt idx="136">
                  <c:v>2015-01-15</c:v>
                </c:pt>
                <c:pt idx="137">
                  <c:v>2015-01-16</c:v>
                </c:pt>
                <c:pt idx="138">
                  <c:v>2015-01-17</c:v>
                </c:pt>
                <c:pt idx="139">
                  <c:v>2015-01-18</c:v>
                </c:pt>
                <c:pt idx="140">
                  <c:v>2015-01-19</c:v>
                </c:pt>
                <c:pt idx="141">
                  <c:v>2015-01-20</c:v>
                </c:pt>
                <c:pt idx="142">
                  <c:v>2015-01-21</c:v>
                </c:pt>
                <c:pt idx="143">
                  <c:v>2015-01-22</c:v>
                </c:pt>
                <c:pt idx="144">
                  <c:v>2015-01-23</c:v>
                </c:pt>
                <c:pt idx="145">
                  <c:v>2015-01-24</c:v>
                </c:pt>
                <c:pt idx="146">
                  <c:v>2015-01-25</c:v>
                </c:pt>
                <c:pt idx="147">
                  <c:v>2015-01-26</c:v>
                </c:pt>
                <c:pt idx="148">
                  <c:v>2015-01-27</c:v>
                </c:pt>
                <c:pt idx="149">
                  <c:v>2015-01-28</c:v>
                </c:pt>
                <c:pt idx="150">
                  <c:v>2015-01-29</c:v>
                </c:pt>
                <c:pt idx="151">
                  <c:v>2015-01-30</c:v>
                </c:pt>
                <c:pt idx="152">
                  <c:v>2015-01-31</c:v>
                </c:pt>
                <c:pt idx="153">
                  <c:v>2015-02-01</c:v>
                </c:pt>
                <c:pt idx="154">
                  <c:v>2015-02-02</c:v>
                </c:pt>
                <c:pt idx="155">
                  <c:v>2015-02-03</c:v>
                </c:pt>
                <c:pt idx="156">
                  <c:v>2015-02-04</c:v>
                </c:pt>
                <c:pt idx="157">
                  <c:v>2015-02-05</c:v>
                </c:pt>
                <c:pt idx="158">
                  <c:v>2015-02-06</c:v>
                </c:pt>
                <c:pt idx="159">
                  <c:v>2015-02-07</c:v>
                </c:pt>
                <c:pt idx="160">
                  <c:v>2015-02-08</c:v>
                </c:pt>
                <c:pt idx="161">
                  <c:v>2015-02-09</c:v>
                </c:pt>
                <c:pt idx="162">
                  <c:v>2015-02-10</c:v>
                </c:pt>
                <c:pt idx="163">
                  <c:v>2015-02-11</c:v>
                </c:pt>
                <c:pt idx="164">
                  <c:v>2015-02-12</c:v>
                </c:pt>
                <c:pt idx="165">
                  <c:v>2015-02-13</c:v>
                </c:pt>
                <c:pt idx="166">
                  <c:v>2015-02-14</c:v>
                </c:pt>
                <c:pt idx="167">
                  <c:v>2015-02-15</c:v>
                </c:pt>
                <c:pt idx="168">
                  <c:v>2015-02-16</c:v>
                </c:pt>
                <c:pt idx="169">
                  <c:v>2015-02-17</c:v>
                </c:pt>
                <c:pt idx="170">
                  <c:v>2015-02-18</c:v>
                </c:pt>
                <c:pt idx="171">
                  <c:v>2015-02-19</c:v>
                </c:pt>
                <c:pt idx="172">
                  <c:v>2015-02-20</c:v>
                </c:pt>
                <c:pt idx="173">
                  <c:v>2015-02-21</c:v>
                </c:pt>
                <c:pt idx="174">
                  <c:v>2015-02-22</c:v>
                </c:pt>
                <c:pt idx="175">
                  <c:v>2015-02-23</c:v>
                </c:pt>
                <c:pt idx="176">
                  <c:v>2015-02-24</c:v>
                </c:pt>
                <c:pt idx="177">
                  <c:v>2015-02-25</c:v>
                </c:pt>
                <c:pt idx="178">
                  <c:v>2015-02-26</c:v>
                </c:pt>
                <c:pt idx="179">
                  <c:v>2015-02-27</c:v>
                </c:pt>
                <c:pt idx="180">
                  <c:v>2015-02-28</c:v>
                </c:pt>
                <c:pt idx="181">
                  <c:v>2015-03-01</c:v>
                </c:pt>
                <c:pt idx="182">
                  <c:v>2015-03-02</c:v>
                </c:pt>
                <c:pt idx="183">
                  <c:v>2015-03-03</c:v>
                </c:pt>
                <c:pt idx="184">
                  <c:v>2015-03-04</c:v>
                </c:pt>
                <c:pt idx="185">
                  <c:v>2015-03-05</c:v>
                </c:pt>
                <c:pt idx="186">
                  <c:v>2015-03-06</c:v>
                </c:pt>
                <c:pt idx="187">
                  <c:v>2015-03-07</c:v>
                </c:pt>
                <c:pt idx="188">
                  <c:v>2015-03-08</c:v>
                </c:pt>
                <c:pt idx="189">
                  <c:v>2015-03-09</c:v>
                </c:pt>
                <c:pt idx="190">
                  <c:v>2015-03-10</c:v>
                </c:pt>
                <c:pt idx="191">
                  <c:v>2015-03-11</c:v>
                </c:pt>
                <c:pt idx="192">
                  <c:v>2015-03-12</c:v>
                </c:pt>
                <c:pt idx="193">
                  <c:v>2015-03-13</c:v>
                </c:pt>
                <c:pt idx="194">
                  <c:v>2015-03-14</c:v>
                </c:pt>
                <c:pt idx="195">
                  <c:v>2015-03-15</c:v>
                </c:pt>
                <c:pt idx="196">
                  <c:v>2015-03-16</c:v>
                </c:pt>
                <c:pt idx="197">
                  <c:v>2015-03-17</c:v>
                </c:pt>
                <c:pt idx="198">
                  <c:v>2015-03-18</c:v>
                </c:pt>
                <c:pt idx="199">
                  <c:v>2015-03-19</c:v>
                </c:pt>
                <c:pt idx="200">
                  <c:v>2015-03-20</c:v>
                </c:pt>
                <c:pt idx="201">
                  <c:v>2015-03-21</c:v>
                </c:pt>
                <c:pt idx="202">
                  <c:v>2015-03-22</c:v>
                </c:pt>
                <c:pt idx="203">
                  <c:v>2015-03-23</c:v>
                </c:pt>
                <c:pt idx="204">
                  <c:v>2015-03-24</c:v>
                </c:pt>
                <c:pt idx="205">
                  <c:v>2015-03-25</c:v>
                </c:pt>
                <c:pt idx="206">
                  <c:v>2015-03-26</c:v>
                </c:pt>
                <c:pt idx="207">
                  <c:v>2015-03-27</c:v>
                </c:pt>
                <c:pt idx="208">
                  <c:v>2015-03-28</c:v>
                </c:pt>
                <c:pt idx="209">
                  <c:v>2015-03-29</c:v>
                </c:pt>
                <c:pt idx="210">
                  <c:v>2015-03-30</c:v>
                </c:pt>
                <c:pt idx="211">
                  <c:v>2015-03-31</c:v>
                </c:pt>
                <c:pt idx="212">
                  <c:v>2015-04-01</c:v>
                </c:pt>
                <c:pt idx="213">
                  <c:v>2015-04-02</c:v>
                </c:pt>
                <c:pt idx="214">
                  <c:v>2015-04-03</c:v>
                </c:pt>
                <c:pt idx="215">
                  <c:v>2015-04-04</c:v>
                </c:pt>
                <c:pt idx="216">
                  <c:v>2015-04-05</c:v>
                </c:pt>
                <c:pt idx="217">
                  <c:v>2015-04-06</c:v>
                </c:pt>
                <c:pt idx="218">
                  <c:v>2015-04-07</c:v>
                </c:pt>
                <c:pt idx="219">
                  <c:v>2015-04-08</c:v>
                </c:pt>
                <c:pt idx="220">
                  <c:v>2015-04-09</c:v>
                </c:pt>
                <c:pt idx="221">
                  <c:v>2015-04-10</c:v>
                </c:pt>
                <c:pt idx="222">
                  <c:v>2015-04-11</c:v>
                </c:pt>
                <c:pt idx="223">
                  <c:v>2015-04-12</c:v>
                </c:pt>
                <c:pt idx="224">
                  <c:v>2015-04-13</c:v>
                </c:pt>
                <c:pt idx="225">
                  <c:v>2015-04-14</c:v>
                </c:pt>
                <c:pt idx="226">
                  <c:v>2015-04-15</c:v>
                </c:pt>
                <c:pt idx="227">
                  <c:v>2015-04-16</c:v>
                </c:pt>
                <c:pt idx="228">
                  <c:v>2015-04-17</c:v>
                </c:pt>
                <c:pt idx="229">
                  <c:v>2015-04-18</c:v>
                </c:pt>
                <c:pt idx="230">
                  <c:v>2015-04-19</c:v>
                </c:pt>
                <c:pt idx="231">
                  <c:v>2015-04-20</c:v>
                </c:pt>
                <c:pt idx="232">
                  <c:v>2015-04-21</c:v>
                </c:pt>
                <c:pt idx="233">
                  <c:v>2015-04-22</c:v>
                </c:pt>
                <c:pt idx="234">
                  <c:v>2015-04-23</c:v>
                </c:pt>
                <c:pt idx="235">
                  <c:v>2015-04-24</c:v>
                </c:pt>
                <c:pt idx="236">
                  <c:v>2015-04-25</c:v>
                </c:pt>
                <c:pt idx="237">
                  <c:v>2015-04-26</c:v>
                </c:pt>
                <c:pt idx="238">
                  <c:v>2015-04-27</c:v>
                </c:pt>
                <c:pt idx="239">
                  <c:v>2015-04-28</c:v>
                </c:pt>
                <c:pt idx="240">
                  <c:v>2015-04-29</c:v>
                </c:pt>
                <c:pt idx="241">
                  <c:v>2015-04-30</c:v>
                </c:pt>
                <c:pt idx="242">
                  <c:v>2015-05-01</c:v>
                </c:pt>
                <c:pt idx="243">
                  <c:v>2015-05-02</c:v>
                </c:pt>
                <c:pt idx="244">
                  <c:v>2015-05-03</c:v>
                </c:pt>
                <c:pt idx="245">
                  <c:v>2015-05-04</c:v>
                </c:pt>
                <c:pt idx="246">
                  <c:v>2015-05-05</c:v>
                </c:pt>
                <c:pt idx="247">
                  <c:v>2015-05-06</c:v>
                </c:pt>
                <c:pt idx="248">
                  <c:v>2015-05-07</c:v>
                </c:pt>
                <c:pt idx="249">
                  <c:v>2015-05-08</c:v>
                </c:pt>
                <c:pt idx="250">
                  <c:v>2015-05-09</c:v>
                </c:pt>
                <c:pt idx="251">
                  <c:v>2015-05-10</c:v>
                </c:pt>
                <c:pt idx="252">
                  <c:v>2015-05-11</c:v>
                </c:pt>
                <c:pt idx="253">
                  <c:v>2015-05-12</c:v>
                </c:pt>
                <c:pt idx="254">
                  <c:v>2015-05-13</c:v>
                </c:pt>
                <c:pt idx="255">
                  <c:v>2015-05-14</c:v>
                </c:pt>
                <c:pt idx="256">
                  <c:v>2015-05-15</c:v>
                </c:pt>
                <c:pt idx="257">
                  <c:v>2015-05-16</c:v>
                </c:pt>
                <c:pt idx="258">
                  <c:v>2015-05-17</c:v>
                </c:pt>
                <c:pt idx="259">
                  <c:v>2015-05-18</c:v>
                </c:pt>
                <c:pt idx="260">
                  <c:v>2015-05-19</c:v>
                </c:pt>
                <c:pt idx="261">
                  <c:v>2015-05-20</c:v>
                </c:pt>
                <c:pt idx="262">
                  <c:v>2015-05-21</c:v>
                </c:pt>
                <c:pt idx="263">
                  <c:v>2015-05-22</c:v>
                </c:pt>
                <c:pt idx="264">
                  <c:v>2015-05-23</c:v>
                </c:pt>
                <c:pt idx="265">
                  <c:v>2015-05-24</c:v>
                </c:pt>
                <c:pt idx="266">
                  <c:v>2015-05-25</c:v>
                </c:pt>
                <c:pt idx="267">
                  <c:v>2015-05-26</c:v>
                </c:pt>
                <c:pt idx="268">
                  <c:v>2015-05-27</c:v>
                </c:pt>
                <c:pt idx="269">
                  <c:v>2015-05-28</c:v>
                </c:pt>
                <c:pt idx="270">
                  <c:v>2015-05-29</c:v>
                </c:pt>
                <c:pt idx="271">
                  <c:v>2015-05-30</c:v>
                </c:pt>
                <c:pt idx="272">
                  <c:v>2015-05-31</c:v>
                </c:pt>
                <c:pt idx="273">
                  <c:v>2015-06-01</c:v>
                </c:pt>
                <c:pt idx="274">
                  <c:v>2015-06-02</c:v>
                </c:pt>
                <c:pt idx="275">
                  <c:v>2015-06-03</c:v>
                </c:pt>
                <c:pt idx="276">
                  <c:v>2015-06-04</c:v>
                </c:pt>
                <c:pt idx="277">
                  <c:v>2015-06-05</c:v>
                </c:pt>
                <c:pt idx="278">
                  <c:v>2015-06-06</c:v>
                </c:pt>
                <c:pt idx="279">
                  <c:v>2015-06-07</c:v>
                </c:pt>
                <c:pt idx="280">
                  <c:v>2015-06-08</c:v>
                </c:pt>
                <c:pt idx="281">
                  <c:v>2015-06-09</c:v>
                </c:pt>
                <c:pt idx="282">
                  <c:v>2015-06-10</c:v>
                </c:pt>
                <c:pt idx="283">
                  <c:v>2015-06-11</c:v>
                </c:pt>
                <c:pt idx="284">
                  <c:v>2015-06-12</c:v>
                </c:pt>
                <c:pt idx="285">
                  <c:v>2015-06-13</c:v>
                </c:pt>
                <c:pt idx="286">
                  <c:v>2015-06-14</c:v>
                </c:pt>
                <c:pt idx="287">
                  <c:v>2015-06-15</c:v>
                </c:pt>
                <c:pt idx="288">
                  <c:v>2015-06-16</c:v>
                </c:pt>
                <c:pt idx="289">
                  <c:v>2015-06-17</c:v>
                </c:pt>
                <c:pt idx="290">
                  <c:v>2015-06-18</c:v>
                </c:pt>
                <c:pt idx="291">
                  <c:v>2015-06-19</c:v>
                </c:pt>
                <c:pt idx="292">
                  <c:v>2015-06-20</c:v>
                </c:pt>
                <c:pt idx="293">
                  <c:v>2015-06-21</c:v>
                </c:pt>
                <c:pt idx="294">
                  <c:v>2015-06-22</c:v>
                </c:pt>
                <c:pt idx="295">
                  <c:v>2015-06-23</c:v>
                </c:pt>
                <c:pt idx="296">
                  <c:v>2015-06-24</c:v>
                </c:pt>
                <c:pt idx="297">
                  <c:v>2015-06-25</c:v>
                </c:pt>
                <c:pt idx="298">
                  <c:v>2015-06-26</c:v>
                </c:pt>
                <c:pt idx="299">
                  <c:v>2015-06-27</c:v>
                </c:pt>
                <c:pt idx="300">
                  <c:v>2015-06-28</c:v>
                </c:pt>
                <c:pt idx="301">
                  <c:v>2015-06-29</c:v>
                </c:pt>
                <c:pt idx="302">
                  <c:v>2015-06-30</c:v>
                </c:pt>
                <c:pt idx="303">
                  <c:v>2015-07-01</c:v>
                </c:pt>
                <c:pt idx="304">
                  <c:v>2015-07-02</c:v>
                </c:pt>
                <c:pt idx="305">
                  <c:v>2015-07-03</c:v>
                </c:pt>
                <c:pt idx="306">
                  <c:v>2015-07-04</c:v>
                </c:pt>
                <c:pt idx="307">
                  <c:v>2015-07-05</c:v>
                </c:pt>
                <c:pt idx="308">
                  <c:v>2015-07-06</c:v>
                </c:pt>
                <c:pt idx="309">
                  <c:v>2015-07-07</c:v>
                </c:pt>
                <c:pt idx="310">
                  <c:v>2015-07-08</c:v>
                </c:pt>
                <c:pt idx="311">
                  <c:v>2015-07-09</c:v>
                </c:pt>
                <c:pt idx="312">
                  <c:v>2015-07-10</c:v>
                </c:pt>
                <c:pt idx="313">
                  <c:v>2015-07-11</c:v>
                </c:pt>
                <c:pt idx="314">
                  <c:v>2015-07-12</c:v>
                </c:pt>
                <c:pt idx="315">
                  <c:v>2015-07-13</c:v>
                </c:pt>
                <c:pt idx="316">
                  <c:v>2015-07-14</c:v>
                </c:pt>
                <c:pt idx="317">
                  <c:v>2015-07-15</c:v>
                </c:pt>
                <c:pt idx="318">
                  <c:v>2015-07-16</c:v>
                </c:pt>
                <c:pt idx="319">
                  <c:v>2015-07-17</c:v>
                </c:pt>
                <c:pt idx="320">
                  <c:v>2015-07-18</c:v>
                </c:pt>
                <c:pt idx="321">
                  <c:v>2015-07-19</c:v>
                </c:pt>
                <c:pt idx="322">
                  <c:v>2015-07-20</c:v>
                </c:pt>
                <c:pt idx="323">
                  <c:v>2015-07-21</c:v>
                </c:pt>
                <c:pt idx="324">
                  <c:v>2015-07-22</c:v>
                </c:pt>
                <c:pt idx="325">
                  <c:v>2015-07-23</c:v>
                </c:pt>
                <c:pt idx="326">
                  <c:v>2015-07-24</c:v>
                </c:pt>
                <c:pt idx="327">
                  <c:v>2015-07-25</c:v>
                </c:pt>
                <c:pt idx="328">
                  <c:v>2015-07-26</c:v>
                </c:pt>
                <c:pt idx="329">
                  <c:v>2015-07-27</c:v>
                </c:pt>
                <c:pt idx="330">
                  <c:v>2015-07-28</c:v>
                </c:pt>
                <c:pt idx="331">
                  <c:v>2015-07-29</c:v>
                </c:pt>
                <c:pt idx="332">
                  <c:v>2015-07-30</c:v>
                </c:pt>
                <c:pt idx="333">
                  <c:v>2015-07-31</c:v>
                </c:pt>
                <c:pt idx="334">
                  <c:v>2015-08-01</c:v>
                </c:pt>
                <c:pt idx="335">
                  <c:v>2015-08-02</c:v>
                </c:pt>
                <c:pt idx="336">
                  <c:v>2015-08-03</c:v>
                </c:pt>
                <c:pt idx="337">
                  <c:v>2015-08-04</c:v>
                </c:pt>
                <c:pt idx="338">
                  <c:v>2015-08-05</c:v>
                </c:pt>
                <c:pt idx="339">
                  <c:v>2015-08-06</c:v>
                </c:pt>
                <c:pt idx="340">
                  <c:v>2015-08-07</c:v>
                </c:pt>
                <c:pt idx="341">
                  <c:v>2015-08-08</c:v>
                </c:pt>
                <c:pt idx="342">
                  <c:v>2015-08-09</c:v>
                </c:pt>
                <c:pt idx="343">
                  <c:v>2015-08-10</c:v>
                </c:pt>
                <c:pt idx="344">
                  <c:v>2015-08-11</c:v>
                </c:pt>
                <c:pt idx="345">
                  <c:v>2015-08-12</c:v>
                </c:pt>
                <c:pt idx="346">
                  <c:v>2015-08-13</c:v>
                </c:pt>
                <c:pt idx="347">
                  <c:v>2015-08-14</c:v>
                </c:pt>
                <c:pt idx="348">
                  <c:v>2015-08-15</c:v>
                </c:pt>
                <c:pt idx="349">
                  <c:v>2015-08-16</c:v>
                </c:pt>
                <c:pt idx="350">
                  <c:v>2015-08-17</c:v>
                </c:pt>
                <c:pt idx="351">
                  <c:v>2015-08-18</c:v>
                </c:pt>
                <c:pt idx="352">
                  <c:v>2015-08-19</c:v>
                </c:pt>
                <c:pt idx="353">
                  <c:v>2015-08-20</c:v>
                </c:pt>
                <c:pt idx="354">
                  <c:v>2015-08-21</c:v>
                </c:pt>
                <c:pt idx="355">
                  <c:v>2015-08-22</c:v>
                </c:pt>
                <c:pt idx="356">
                  <c:v>2015-08-23</c:v>
                </c:pt>
                <c:pt idx="357">
                  <c:v>2015-08-24</c:v>
                </c:pt>
                <c:pt idx="358">
                  <c:v>2015-08-25</c:v>
                </c:pt>
                <c:pt idx="359">
                  <c:v>2015-08-26</c:v>
                </c:pt>
                <c:pt idx="360">
                  <c:v>2015-08-27</c:v>
                </c:pt>
                <c:pt idx="361">
                  <c:v>2015-08-28</c:v>
                </c:pt>
                <c:pt idx="362">
                  <c:v>2015-08-29</c:v>
                </c:pt>
                <c:pt idx="363">
                  <c:v>2015-08-30</c:v>
                </c:pt>
                <c:pt idx="364">
                  <c:v>2015-08-31</c:v>
                </c:pt>
                <c:pt idx="365">
                  <c:v>2015-09-01</c:v>
                </c:pt>
                <c:pt idx="366">
                  <c:v>2015-09-02</c:v>
                </c:pt>
                <c:pt idx="367">
                  <c:v>2015-09-03</c:v>
                </c:pt>
                <c:pt idx="368">
                  <c:v>2015-09-04</c:v>
                </c:pt>
                <c:pt idx="369">
                  <c:v>2015-09-05</c:v>
                </c:pt>
                <c:pt idx="370">
                  <c:v>2015-09-06</c:v>
                </c:pt>
                <c:pt idx="371">
                  <c:v>2015-09-07</c:v>
                </c:pt>
                <c:pt idx="372">
                  <c:v>2015-09-08</c:v>
                </c:pt>
                <c:pt idx="373">
                  <c:v>2015-09-09</c:v>
                </c:pt>
                <c:pt idx="374">
                  <c:v>2015-09-10</c:v>
                </c:pt>
                <c:pt idx="375">
                  <c:v>2015-09-11</c:v>
                </c:pt>
                <c:pt idx="376">
                  <c:v>2015-09-12</c:v>
                </c:pt>
                <c:pt idx="377">
                  <c:v>2015-09-13</c:v>
                </c:pt>
                <c:pt idx="378">
                  <c:v>2015-09-14</c:v>
                </c:pt>
                <c:pt idx="379">
                  <c:v>2015-09-15</c:v>
                </c:pt>
                <c:pt idx="380">
                  <c:v>2015-09-16</c:v>
                </c:pt>
                <c:pt idx="381">
                  <c:v>2015-09-17</c:v>
                </c:pt>
                <c:pt idx="382">
                  <c:v>2015-09-18</c:v>
                </c:pt>
                <c:pt idx="383">
                  <c:v>2015-09-19</c:v>
                </c:pt>
                <c:pt idx="384">
                  <c:v>2015-09-20</c:v>
                </c:pt>
                <c:pt idx="385">
                  <c:v>2015-09-21</c:v>
                </c:pt>
                <c:pt idx="386">
                  <c:v>2015-09-22</c:v>
                </c:pt>
                <c:pt idx="387">
                  <c:v>2015-09-23</c:v>
                </c:pt>
                <c:pt idx="388">
                  <c:v>2015-09-24</c:v>
                </c:pt>
                <c:pt idx="389">
                  <c:v>2015-09-25</c:v>
                </c:pt>
                <c:pt idx="390">
                  <c:v>2015-09-26</c:v>
                </c:pt>
                <c:pt idx="391">
                  <c:v>2015-09-27</c:v>
                </c:pt>
                <c:pt idx="392">
                  <c:v>2015-09-28</c:v>
                </c:pt>
                <c:pt idx="393">
                  <c:v>2015-09-29</c:v>
                </c:pt>
                <c:pt idx="394">
                  <c:v>2015-09-30</c:v>
                </c:pt>
                <c:pt idx="395">
                  <c:v>2015-10-01</c:v>
                </c:pt>
                <c:pt idx="396">
                  <c:v>2015-10-02</c:v>
                </c:pt>
                <c:pt idx="397">
                  <c:v>2015-10-03</c:v>
                </c:pt>
                <c:pt idx="398">
                  <c:v>2015-10-04</c:v>
                </c:pt>
                <c:pt idx="399">
                  <c:v>2015-10-05</c:v>
                </c:pt>
                <c:pt idx="400">
                  <c:v>2015-10-06</c:v>
                </c:pt>
                <c:pt idx="401">
                  <c:v>2015-10-07</c:v>
                </c:pt>
                <c:pt idx="402">
                  <c:v>2015-10-08</c:v>
                </c:pt>
                <c:pt idx="403">
                  <c:v>2015-10-09</c:v>
                </c:pt>
                <c:pt idx="404">
                  <c:v>2015-10-10</c:v>
                </c:pt>
                <c:pt idx="405">
                  <c:v>2015-10-11</c:v>
                </c:pt>
                <c:pt idx="406">
                  <c:v>2015-10-12</c:v>
                </c:pt>
                <c:pt idx="407">
                  <c:v>2015-10-13</c:v>
                </c:pt>
                <c:pt idx="408">
                  <c:v>2015-10-14</c:v>
                </c:pt>
                <c:pt idx="409">
                  <c:v>2015-10-15</c:v>
                </c:pt>
                <c:pt idx="410">
                  <c:v>2015-10-16</c:v>
                </c:pt>
                <c:pt idx="411">
                  <c:v>2015-10-17</c:v>
                </c:pt>
                <c:pt idx="412">
                  <c:v>2015-10-18</c:v>
                </c:pt>
                <c:pt idx="413">
                  <c:v>2015-10-19</c:v>
                </c:pt>
                <c:pt idx="414">
                  <c:v>2015-10-20</c:v>
                </c:pt>
                <c:pt idx="415">
                  <c:v>2015-10-21</c:v>
                </c:pt>
                <c:pt idx="416">
                  <c:v>2015-10-22</c:v>
                </c:pt>
                <c:pt idx="417">
                  <c:v>2015-10-23</c:v>
                </c:pt>
                <c:pt idx="418">
                  <c:v>2015-10-24</c:v>
                </c:pt>
                <c:pt idx="419">
                  <c:v>2015-10-25</c:v>
                </c:pt>
                <c:pt idx="420">
                  <c:v>2015-10-26</c:v>
                </c:pt>
                <c:pt idx="421">
                  <c:v>2015-10-27</c:v>
                </c:pt>
                <c:pt idx="422">
                  <c:v>2015-10-28</c:v>
                </c:pt>
                <c:pt idx="423">
                  <c:v>2015-10-29</c:v>
                </c:pt>
                <c:pt idx="424">
                  <c:v>2015-10-30</c:v>
                </c:pt>
                <c:pt idx="425">
                  <c:v>2015-10-31</c:v>
                </c:pt>
                <c:pt idx="426">
                  <c:v>2015-11-01</c:v>
                </c:pt>
                <c:pt idx="427">
                  <c:v>2015-11-02</c:v>
                </c:pt>
                <c:pt idx="428">
                  <c:v>2015-11-03</c:v>
                </c:pt>
                <c:pt idx="429">
                  <c:v>2015-11-04</c:v>
                </c:pt>
                <c:pt idx="430">
                  <c:v>2015-11-05</c:v>
                </c:pt>
                <c:pt idx="431">
                  <c:v>2015-11-06</c:v>
                </c:pt>
                <c:pt idx="432">
                  <c:v>2015-11-07</c:v>
                </c:pt>
                <c:pt idx="433">
                  <c:v>2015-11-08</c:v>
                </c:pt>
                <c:pt idx="434">
                  <c:v>2015-11-09</c:v>
                </c:pt>
                <c:pt idx="435">
                  <c:v>2015-11-10</c:v>
                </c:pt>
                <c:pt idx="436">
                  <c:v>2015-11-11</c:v>
                </c:pt>
                <c:pt idx="437">
                  <c:v>2015-11-12</c:v>
                </c:pt>
                <c:pt idx="438">
                  <c:v>2015-11-13</c:v>
                </c:pt>
                <c:pt idx="439">
                  <c:v>2015-11-14</c:v>
                </c:pt>
                <c:pt idx="440">
                  <c:v>2015-11-15</c:v>
                </c:pt>
                <c:pt idx="441">
                  <c:v>2015-11-16</c:v>
                </c:pt>
                <c:pt idx="442">
                  <c:v>2015-11-17</c:v>
                </c:pt>
                <c:pt idx="443">
                  <c:v>2015-11-18</c:v>
                </c:pt>
                <c:pt idx="444">
                  <c:v>2015-11-19</c:v>
                </c:pt>
                <c:pt idx="445">
                  <c:v>2015-11-20</c:v>
                </c:pt>
                <c:pt idx="446">
                  <c:v>2015-11-21</c:v>
                </c:pt>
                <c:pt idx="447">
                  <c:v>2015-11-22</c:v>
                </c:pt>
                <c:pt idx="448">
                  <c:v>2015-11-23</c:v>
                </c:pt>
                <c:pt idx="449">
                  <c:v>2015-11-24</c:v>
                </c:pt>
                <c:pt idx="450">
                  <c:v>2015-11-25</c:v>
                </c:pt>
                <c:pt idx="451">
                  <c:v>2015-11-26</c:v>
                </c:pt>
                <c:pt idx="452">
                  <c:v>2015-11-27</c:v>
                </c:pt>
                <c:pt idx="453">
                  <c:v>2015-11-28</c:v>
                </c:pt>
                <c:pt idx="454">
                  <c:v>2015-11-29</c:v>
                </c:pt>
                <c:pt idx="455">
                  <c:v>2015-11-30</c:v>
                </c:pt>
                <c:pt idx="456">
                  <c:v>2015-12-01</c:v>
                </c:pt>
                <c:pt idx="457">
                  <c:v>2015-12-02</c:v>
                </c:pt>
                <c:pt idx="458">
                  <c:v>2015-12-03</c:v>
                </c:pt>
                <c:pt idx="459">
                  <c:v>2015-12-04</c:v>
                </c:pt>
                <c:pt idx="460">
                  <c:v>2015-12-05</c:v>
                </c:pt>
                <c:pt idx="461">
                  <c:v>2015-12-06</c:v>
                </c:pt>
                <c:pt idx="462">
                  <c:v>2015-12-07</c:v>
                </c:pt>
                <c:pt idx="463">
                  <c:v>2015-12-08</c:v>
                </c:pt>
                <c:pt idx="464">
                  <c:v>2015-12-09</c:v>
                </c:pt>
                <c:pt idx="465">
                  <c:v>2015-12-10</c:v>
                </c:pt>
                <c:pt idx="466">
                  <c:v>2015-12-11</c:v>
                </c:pt>
                <c:pt idx="467">
                  <c:v>2015-12-12</c:v>
                </c:pt>
                <c:pt idx="468">
                  <c:v>2015-12-13</c:v>
                </c:pt>
                <c:pt idx="469">
                  <c:v>2015-12-14</c:v>
                </c:pt>
                <c:pt idx="470">
                  <c:v>2015-12-15</c:v>
                </c:pt>
                <c:pt idx="471">
                  <c:v>2015-12-16</c:v>
                </c:pt>
                <c:pt idx="472">
                  <c:v>2015-12-17</c:v>
                </c:pt>
                <c:pt idx="473">
                  <c:v>2015-12-18</c:v>
                </c:pt>
                <c:pt idx="474">
                  <c:v>2015-12-19</c:v>
                </c:pt>
                <c:pt idx="475">
                  <c:v>2015-12-20</c:v>
                </c:pt>
                <c:pt idx="476">
                  <c:v>2015-12-21</c:v>
                </c:pt>
                <c:pt idx="477">
                  <c:v>2015-12-22</c:v>
                </c:pt>
                <c:pt idx="478">
                  <c:v>2015-12-23</c:v>
                </c:pt>
                <c:pt idx="479">
                  <c:v>2015-12-24</c:v>
                </c:pt>
                <c:pt idx="480">
                  <c:v>2015-12-25</c:v>
                </c:pt>
                <c:pt idx="481">
                  <c:v>2015-12-26</c:v>
                </c:pt>
                <c:pt idx="482">
                  <c:v>2015-12-27</c:v>
                </c:pt>
                <c:pt idx="483">
                  <c:v>2015-12-28</c:v>
                </c:pt>
                <c:pt idx="484">
                  <c:v>2015-12-29</c:v>
                </c:pt>
                <c:pt idx="485">
                  <c:v>2015-12-30</c:v>
                </c:pt>
                <c:pt idx="486">
                  <c:v>2015-12-31</c:v>
                </c:pt>
                <c:pt idx="487">
                  <c:v>2016-01-01</c:v>
                </c:pt>
                <c:pt idx="488">
                  <c:v>2016-01-02</c:v>
                </c:pt>
                <c:pt idx="489">
                  <c:v>2016-01-03</c:v>
                </c:pt>
                <c:pt idx="490">
                  <c:v>2016-01-04</c:v>
                </c:pt>
                <c:pt idx="491">
                  <c:v>2016-01-05</c:v>
                </c:pt>
                <c:pt idx="492">
                  <c:v>2016-01-06</c:v>
                </c:pt>
                <c:pt idx="493">
                  <c:v>2016-01-07</c:v>
                </c:pt>
                <c:pt idx="494">
                  <c:v>2016-01-08</c:v>
                </c:pt>
                <c:pt idx="495">
                  <c:v>2016-01-09</c:v>
                </c:pt>
                <c:pt idx="496">
                  <c:v>2016-01-10</c:v>
                </c:pt>
                <c:pt idx="497">
                  <c:v>2016-01-11</c:v>
                </c:pt>
                <c:pt idx="498">
                  <c:v>2016-01-12</c:v>
                </c:pt>
                <c:pt idx="499">
                  <c:v>2016-01-13</c:v>
                </c:pt>
                <c:pt idx="500">
                  <c:v>2016-01-14</c:v>
                </c:pt>
                <c:pt idx="501">
                  <c:v>2016-01-15</c:v>
                </c:pt>
                <c:pt idx="502">
                  <c:v>2016-01-16</c:v>
                </c:pt>
                <c:pt idx="503">
                  <c:v>2016-01-17</c:v>
                </c:pt>
                <c:pt idx="504">
                  <c:v>2016-01-18</c:v>
                </c:pt>
                <c:pt idx="505">
                  <c:v>2016-01-19</c:v>
                </c:pt>
                <c:pt idx="506">
                  <c:v>2016-01-20</c:v>
                </c:pt>
                <c:pt idx="507">
                  <c:v>2016-01-21</c:v>
                </c:pt>
                <c:pt idx="508">
                  <c:v>2016-01-22</c:v>
                </c:pt>
                <c:pt idx="509">
                  <c:v>2016-01-23</c:v>
                </c:pt>
                <c:pt idx="510">
                  <c:v>2016-01-24</c:v>
                </c:pt>
                <c:pt idx="511">
                  <c:v>2016-01-25</c:v>
                </c:pt>
                <c:pt idx="512">
                  <c:v>2016-01-26</c:v>
                </c:pt>
                <c:pt idx="513">
                  <c:v>2016-01-27</c:v>
                </c:pt>
                <c:pt idx="514">
                  <c:v>2016-01-28</c:v>
                </c:pt>
                <c:pt idx="515">
                  <c:v>2016-01-29</c:v>
                </c:pt>
                <c:pt idx="516">
                  <c:v>2016-01-30</c:v>
                </c:pt>
                <c:pt idx="517">
                  <c:v>2016-01-31</c:v>
                </c:pt>
                <c:pt idx="518">
                  <c:v>2016-02-01</c:v>
                </c:pt>
                <c:pt idx="519">
                  <c:v>2016-02-02</c:v>
                </c:pt>
                <c:pt idx="520">
                  <c:v>2016-02-03</c:v>
                </c:pt>
                <c:pt idx="521">
                  <c:v>2016-02-04</c:v>
                </c:pt>
                <c:pt idx="522">
                  <c:v>2016-02-05</c:v>
                </c:pt>
                <c:pt idx="523">
                  <c:v>2016-02-06</c:v>
                </c:pt>
                <c:pt idx="524">
                  <c:v>2016-02-07</c:v>
                </c:pt>
                <c:pt idx="525">
                  <c:v>2016-02-08</c:v>
                </c:pt>
                <c:pt idx="526">
                  <c:v>2016-02-09</c:v>
                </c:pt>
                <c:pt idx="527">
                  <c:v>2016-02-10</c:v>
                </c:pt>
                <c:pt idx="528">
                  <c:v>2016-02-11</c:v>
                </c:pt>
                <c:pt idx="529">
                  <c:v>2016-02-12</c:v>
                </c:pt>
                <c:pt idx="530">
                  <c:v>2016-02-13</c:v>
                </c:pt>
                <c:pt idx="531">
                  <c:v>2016-02-14</c:v>
                </c:pt>
                <c:pt idx="532">
                  <c:v>2016-02-15</c:v>
                </c:pt>
                <c:pt idx="533">
                  <c:v>2016-02-16</c:v>
                </c:pt>
                <c:pt idx="534">
                  <c:v>2016-02-17</c:v>
                </c:pt>
                <c:pt idx="535">
                  <c:v>2016-02-18</c:v>
                </c:pt>
                <c:pt idx="536">
                  <c:v>2016-02-19</c:v>
                </c:pt>
                <c:pt idx="537">
                  <c:v>2016-02-20</c:v>
                </c:pt>
                <c:pt idx="538">
                  <c:v>2016-02-21</c:v>
                </c:pt>
                <c:pt idx="539">
                  <c:v>2016-02-22</c:v>
                </c:pt>
                <c:pt idx="540">
                  <c:v>2016-02-23</c:v>
                </c:pt>
                <c:pt idx="541">
                  <c:v>2016-02-24</c:v>
                </c:pt>
                <c:pt idx="542">
                  <c:v>2016-02-25</c:v>
                </c:pt>
                <c:pt idx="543">
                  <c:v>2016-02-26</c:v>
                </c:pt>
                <c:pt idx="544">
                  <c:v>2016-02-27</c:v>
                </c:pt>
                <c:pt idx="545">
                  <c:v>2016-02-28</c:v>
                </c:pt>
                <c:pt idx="546">
                  <c:v>2016-02-29</c:v>
                </c:pt>
                <c:pt idx="547">
                  <c:v>2016-03-01</c:v>
                </c:pt>
                <c:pt idx="548">
                  <c:v>2016-03-02</c:v>
                </c:pt>
                <c:pt idx="549">
                  <c:v>2016-03-03</c:v>
                </c:pt>
                <c:pt idx="550">
                  <c:v>2016-03-04</c:v>
                </c:pt>
                <c:pt idx="551">
                  <c:v>2016-03-05</c:v>
                </c:pt>
                <c:pt idx="552">
                  <c:v>2016-03-06</c:v>
                </c:pt>
                <c:pt idx="553">
                  <c:v>2016-03-07</c:v>
                </c:pt>
                <c:pt idx="554">
                  <c:v>2016-03-08</c:v>
                </c:pt>
                <c:pt idx="555">
                  <c:v>2016-03-09</c:v>
                </c:pt>
                <c:pt idx="556">
                  <c:v>2016-03-10</c:v>
                </c:pt>
                <c:pt idx="557">
                  <c:v>2016-03-11</c:v>
                </c:pt>
                <c:pt idx="558">
                  <c:v>2016-03-12</c:v>
                </c:pt>
                <c:pt idx="559">
                  <c:v>2016-03-13</c:v>
                </c:pt>
                <c:pt idx="560">
                  <c:v>2016-03-14</c:v>
                </c:pt>
                <c:pt idx="561">
                  <c:v>2016-03-15</c:v>
                </c:pt>
                <c:pt idx="562">
                  <c:v>2016-03-16</c:v>
                </c:pt>
                <c:pt idx="563">
                  <c:v>2016-03-17</c:v>
                </c:pt>
                <c:pt idx="564">
                  <c:v>2016-03-18</c:v>
                </c:pt>
                <c:pt idx="565">
                  <c:v>2016-03-19</c:v>
                </c:pt>
                <c:pt idx="566">
                  <c:v>2016-03-20</c:v>
                </c:pt>
                <c:pt idx="567">
                  <c:v>2016-03-21</c:v>
                </c:pt>
                <c:pt idx="568">
                  <c:v>2016-03-22</c:v>
                </c:pt>
                <c:pt idx="569">
                  <c:v>2016-03-23</c:v>
                </c:pt>
                <c:pt idx="570">
                  <c:v>2016-03-24</c:v>
                </c:pt>
                <c:pt idx="571">
                  <c:v>2016-03-25</c:v>
                </c:pt>
                <c:pt idx="572">
                  <c:v>2016-03-26</c:v>
                </c:pt>
                <c:pt idx="573">
                  <c:v>2016-03-27</c:v>
                </c:pt>
                <c:pt idx="574">
                  <c:v>2016-03-28</c:v>
                </c:pt>
                <c:pt idx="575">
                  <c:v>2016-03-29</c:v>
                </c:pt>
                <c:pt idx="576">
                  <c:v>2016-03-30</c:v>
                </c:pt>
                <c:pt idx="577">
                  <c:v>2016-03-31</c:v>
                </c:pt>
                <c:pt idx="578">
                  <c:v>2016-04-01</c:v>
                </c:pt>
                <c:pt idx="579">
                  <c:v>2016-04-02</c:v>
                </c:pt>
                <c:pt idx="580">
                  <c:v>2016-04-03</c:v>
                </c:pt>
                <c:pt idx="581">
                  <c:v>2016-04-04</c:v>
                </c:pt>
                <c:pt idx="582">
                  <c:v>2016-04-05</c:v>
                </c:pt>
                <c:pt idx="583">
                  <c:v>2016-04-06</c:v>
                </c:pt>
                <c:pt idx="584">
                  <c:v>2016-04-07</c:v>
                </c:pt>
                <c:pt idx="585">
                  <c:v>2016-04-08</c:v>
                </c:pt>
                <c:pt idx="586">
                  <c:v>2016-04-09</c:v>
                </c:pt>
                <c:pt idx="587">
                  <c:v>2016-04-10</c:v>
                </c:pt>
                <c:pt idx="588">
                  <c:v>2016-04-11</c:v>
                </c:pt>
                <c:pt idx="589">
                  <c:v>2016-04-12</c:v>
                </c:pt>
                <c:pt idx="590">
                  <c:v>2016-04-13</c:v>
                </c:pt>
                <c:pt idx="591">
                  <c:v>2016-04-14</c:v>
                </c:pt>
                <c:pt idx="592">
                  <c:v>2016-04-15</c:v>
                </c:pt>
                <c:pt idx="593">
                  <c:v>2016-04-16</c:v>
                </c:pt>
                <c:pt idx="594">
                  <c:v>2016-04-17</c:v>
                </c:pt>
                <c:pt idx="595">
                  <c:v>2016-04-18</c:v>
                </c:pt>
                <c:pt idx="596">
                  <c:v>2016-04-19</c:v>
                </c:pt>
                <c:pt idx="597">
                  <c:v>2016-04-20</c:v>
                </c:pt>
                <c:pt idx="598">
                  <c:v>2016-04-21</c:v>
                </c:pt>
                <c:pt idx="599">
                  <c:v>2016-04-22</c:v>
                </c:pt>
                <c:pt idx="600">
                  <c:v>2016-04-23</c:v>
                </c:pt>
                <c:pt idx="601">
                  <c:v>2016-04-24</c:v>
                </c:pt>
                <c:pt idx="602">
                  <c:v>2016-04-25</c:v>
                </c:pt>
                <c:pt idx="603">
                  <c:v>2016-04-26</c:v>
                </c:pt>
                <c:pt idx="604">
                  <c:v>2016-04-27</c:v>
                </c:pt>
                <c:pt idx="605">
                  <c:v>2016-04-28</c:v>
                </c:pt>
                <c:pt idx="606">
                  <c:v>2016-04-29</c:v>
                </c:pt>
                <c:pt idx="607">
                  <c:v>2016-04-30</c:v>
                </c:pt>
                <c:pt idx="608">
                  <c:v>2016-05-01</c:v>
                </c:pt>
                <c:pt idx="609">
                  <c:v>2016-05-02</c:v>
                </c:pt>
                <c:pt idx="610">
                  <c:v>2016-05-03</c:v>
                </c:pt>
                <c:pt idx="611">
                  <c:v>2016-05-04</c:v>
                </c:pt>
                <c:pt idx="612">
                  <c:v>2016-05-05</c:v>
                </c:pt>
                <c:pt idx="613">
                  <c:v>2016-05-06</c:v>
                </c:pt>
                <c:pt idx="614">
                  <c:v>2016-05-07</c:v>
                </c:pt>
                <c:pt idx="615">
                  <c:v>2016-05-08</c:v>
                </c:pt>
                <c:pt idx="616">
                  <c:v>2016-05-09</c:v>
                </c:pt>
                <c:pt idx="617">
                  <c:v>2016-05-10</c:v>
                </c:pt>
                <c:pt idx="618">
                  <c:v>2016-05-11</c:v>
                </c:pt>
                <c:pt idx="619">
                  <c:v>2016-05-12</c:v>
                </c:pt>
                <c:pt idx="620">
                  <c:v>2016-05-13</c:v>
                </c:pt>
                <c:pt idx="621">
                  <c:v>2016-05-14</c:v>
                </c:pt>
                <c:pt idx="622">
                  <c:v>2016-05-15</c:v>
                </c:pt>
                <c:pt idx="623">
                  <c:v>2016-05-16</c:v>
                </c:pt>
                <c:pt idx="624">
                  <c:v>2016-05-17</c:v>
                </c:pt>
                <c:pt idx="625">
                  <c:v>2016-05-18</c:v>
                </c:pt>
                <c:pt idx="626">
                  <c:v>2016-05-19</c:v>
                </c:pt>
                <c:pt idx="627">
                  <c:v>2016-05-20</c:v>
                </c:pt>
                <c:pt idx="628">
                  <c:v>2016-05-21</c:v>
                </c:pt>
                <c:pt idx="629">
                  <c:v>2016-05-22</c:v>
                </c:pt>
                <c:pt idx="630">
                  <c:v>2016-05-23</c:v>
                </c:pt>
                <c:pt idx="631">
                  <c:v>2016-05-24</c:v>
                </c:pt>
                <c:pt idx="632">
                  <c:v>2016-05-25</c:v>
                </c:pt>
                <c:pt idx="633">
                  <c:v>2016-05-26</c:v>
                </c:pt>
                <c:pt idx="634">
                  <c:v>2016-05-27</c:v>
                </c:pt>
                <c:pt idx="635">
                  <c:v>2016-05-28</c:v>
                </c:pt>
                <c:pt idx="636">
                  <c:v>2016-05-29</c:v>
                </c:pt>
                <c:pt idx="637">
                  <c:v>2016-05-30</c:v>
                </c:pt>
                <c:pt idx="638">
                  <c:v>2016-05-31</c:v>
                </c:pt>
                <c:pt idx="639">
                  <c:v>2016-06-01</c:v>
                </c:pt>
                <c:pt idx="640">
                  <c:v>2016-06-02</c:v>
                </c:pt>
                <c:pt idx="641">
                  <c:v>2016-06-03</c:v>
                </c:pt>
                <c:pt idx="642">
                  <c:v>2016-06-04</c:v>
                </c:pt>
                <c:pt idx="643">
                  <c:v>2016-06-05</c:v>
                </c:pt>
                <c:pt idx="644">
                  <c:v>2016-06-06</c:v>
                </c:pt>
                <c:pt idx="645">
                  <c:v>2016-06-07</c:v>
                </c:pt>
                <c:pt idx="646">
                  <c:v>2016-06-08</c:v>
                </c:pt>
                <c:pt idx="647">
                  <c:v>2016-06-09</c:v>
                </c:pt>
                <c:pt idx="648">
                  <c:v>2016-06-10</c:v>
                </c:pt>
                <c:pt idx="649">
                  <c:v>2016-06-11</c:v>
                </c:pt>
                <c:pt idx="650">
                  <c:v>2016-06-12</c:v>
                </c:pt>
                <c:pt idx="651">
                  <c:v>2016-06-13</c:v>
                </c:pt>
                <c:pt idx="652">
                  <c:v>2016-06-14</c:v>
                </c:pt>
                <c:pt idx="653">
                  <c:v>2016-06-15</c:v>
                </c:pt>
                <c:pt idx="654">
                  <c:v>2016-06-16</c:v>
                </c:pt>
                <c:pt idx="655">
                  <c:v>2016-06-17</c:v>
                </c:pt>
                <c:pt idx="656">
                  <c:v>2016-06-18</c:v>
                </c:pt>
                <c:pt idx="657">
                  <c:v>2016-06-19</c:v>
                </c:pt>
                <c:pt idx="658">
                  <c:v>2016-06-20</c:v>
                </c:pt>
                <c:pt idx="659">
                  <c:v>2016-06-21</c:v>
                </c:pt>
                <c:pt idx="660">
                  <c:v>2016-06-22</c:v>
                </c:pt>
                <c:pt idx="661">
                  <c:v>2016-06-23</c:v>
                </c:pt>
                <c:pt idx="662">
                  <c:v>2016-06-24</c:v>
                </c:pt>
                <c:pt idx="663">
                  <c:v>2016-06-25</c:v>
                </c:pt>
                <c:pt idx="664">
                  <c:v>2016-06-26</c:v>
                </c:pt>
                <c:pt idx="665">
                  <c:v>2016-06-27</c:v>
                </c:pt>
                <c:pt idx="666">
                  <c:v>2016-06-28</c:v>
                </c:pt>
                <c:pt idx="667">
                  <c:v>2016-06-29</c:v>
                </c:pt>
                <c:pt idx="668">
                  <c:v>2016-06-30</c:v>
                </c:pt>
                <c:pt idx="669">
                  <c:v>2016-07-01</c:v>
                </c:pt>
                <c:pt idx="670">
                  <c:v>2016-07-02</c:v>
                </c:pt>
                <c:pt idx="671">
                  <c:v>2016-07-03</c:v>
                </c:pt>
                <c:pt idx="672">
                  <c:v>2016-07-04</c:v>
                </c:pt>
                <c:pt idx="673">
                  <c:v>2016-07-05</c:v>
                </c:pt>
                <c:pt idx="674">
                  <c:v>2016-07-06</c:v>
                </c:pt>
                <c:pt idx="675">
                  <c:v>2016-07-07</c:v>
                </c:pt>
                <c:pt idx="676">
                  <c:v>2016-07-08</c:v>
                </c:pt>
                <c:pt idx="677">
                  <c:v>2016-07-09</c:v>
                </c:pt>
                <c:pt idx="678">
                  <c:v>2016-07-10</c:v>
                </c:pt>
                <c:pt idx="679">
                  <c:v>2016-07-11</c:v>
                </c:pt>
                <c:pt idx="680">
                  <c:v>2016-07-12</c:v>
                </c:pt>
                <c:pt idx="681">
                  <c:v>2016-07-13</c:v>
                </c:pt>
                <c:pt idx="682">
                  <c:v>2016-07-14</c:v>
                </c:pt>
                <c:pt idx="683">
                  <c:v>2016-07-15</c:v>
                </c:pt>
                <c:pt idx="684">
                  <c:v>2016-07-16</c:v>
                </c:pt>
                <c:pt idx="685">
                  <c:v>2016-07-17</c:v>
                </c:pt>
                <c:pt idx="686">
                  <c:v>2016-07-18</c:v>
                </c:pt>
                <c:pt idx="687">
                  <c:v>2016-07-19</c:v>
                </c:pt>
                <c:pt idx="688">
                  <c:v>2016-07-20</c:v>
                </c:pt>
                <c:pt idx="689">
                  <c:v>2016-07-21</c:v>
                </c:pt>
                <c:pt idx="690">
                  <c:v>2016-07-22</c:v>
                </c:pt>
                <c:pt idx="691">
                  <c:v>2016-07-23</c:v>
                </c:pt>
                <c:pt idx="692">
                  <c:v>2016-07-24</c:v>
                </c:pt>
                <c:pt idx="693">
                  <c:v>2016-07-25</c:v>
                </c:pt>
                <c:pt idx="694">
                  <c:v>2016-07-26</c:v>
                </c:pt>
                <c:pt idx="695">
                  <c:v>2016-07-27</c:v>
                </c:pt>
                <c:pt idx="696">
                  <c:v>2016-07-28</c:v>
                </c:pt>
                <c:pt idx="697">
                  <c:v>2016-07-29</c:v>
                </c:pt>
                <c:pt idx="698">
                  <c:v>2016-07-30</c:v>
                </c:pt>
                <c:pt idx="699">
                  <c:v>2016-07-31</c:v>
                </c:pt>
                <c:pt idx="700">
                  <c:v>2016-08-01</c:v>
                </c:pt>
                <c:pt idx="701">
                  <c:v>2016-08-02</c:v>
                </c:pt>
                <c:pt idx="702">
                  <c:v>2016-08-03</c:v>
                </c:pt>
                <c:pt idx="703">
                  <c:v>2016-08-04</c:v>
                </c:pt>
                <c:pt idx="704">
                  <c:v>2016-08-05</c:v>
                </c:pt>
                <c:pt idx="705">
                  <c:v>2016-08-06</c:v>
                </c:pt>
                <c:pt idx="706">
                  <c:v>2016-08-07</c:v>
                </c:pt>
                <c:pt idx="707">
                  <c:v>2016-08-08</c:v>
                </c:pt>
                <c:pt idx="708">
                  <c:v>2016-08-09</c:v>
                </c:pt>
                <c:pt idx="709">
                  <c:v>2016-08-10</c:v>
                </c:pt>
                <c:pt idx="710">
                  <c:v>2016-08-11</c:v>
                </c:pt>
                <c:pt idx="711">
                  <c:v>2016-08-12</c:v>
                </c:pt>
                <c:pt idx="712">
                  <c:v>2016-08-13</c:v>
                </c:pt>
                <c:pt idx="713">
                  <c:v>2016-08-14</c:v>
                </c:pt>
                <c:pt idx="714">
                  <c:v>2016-08-15</c:v>
                </c:pt>
                <c:pt idx="715">
                  <c:v>2016-08-16</c:v>
                </c:pt>
                <c:pt idx="716">
                  <c:v>2016-08-17</c:v>
                </c:pt>
                <c:pt idx="717">
                  <c:v>2016-08-18</c:v>
                </c:pt>
                <c:pt idx="718">
                  <c:v>2016-08-19</c:v>
                </c:pt>
                <c:pt idx="719">
                  <c:v>2016-08-20</c:v>
                </c:pt>
                <c:pt idx="720">
                  <c:v>2016-08-21</c:v>
                </c:pt>
                <c:pt idx="721">
                  <c:v>2016-08-22</c:v>
                </c:pt>
                <c:pt idx="722">
                  <c:v>2016-08-23</c:v>
                </c:pt>
                <c:pt idx="723">
                  <c:v>2016-08-24</c:v>
                </c:pt>
                <c:pt idx="724">
                  <c:v>2016-08-25</c:v>
                </c:pt>
                <c:pt idx="725">
                  <c:v>2016-08-26</c:v>
                </c:pt>
                <c:pt idx="726">
                  <c:v>2016-08-27</c:v>
                </c:pt>
                <c:pt idx="727">
                  <c:v>2016-08-28</c:v>
                </c:pt>
                <c:pt idx="728">
                  <c:v>2016-08-29</c:v>
                </c:pt>
                <c:pt idx="729">
                  <c:v>2016-08-30</c:v>
                </c:pt>
                <c:pt idx="730">
                  <c:v>2016-08-31</c:v>
                </c:pt>
                <c:pt idx="731">
                  <c:v>2016-09-01</c:v>
                </c:pt>
                <c:pt idx="732">
                  <c:v>2016-09-02</c:v>
                </c:pt>
                <c:pt idx="733">
                  <c:v>2016-09-03</c:v>
                </c:pt>
                <c:pt idx="734">
                  <c:v>2016-09-04</c:v>
                </c:pt>
                <c:pt idx="735">
                  <c:v>2016-09-05</c:v>
                </c:pt>
                <c:pt idx="736">
                  <c:v>2016-09-06</c:v>
                </c:pt>
                <c:pt idx="737">
                  <c:v>2016-09-07</c:v>
                </c:pt>
                <c:pt idx="738">
                  <c:v>2016-09-08</c:v>
                </c:pt>
                <c:pt idx="739">
                  <c:v>2016-09-09</c:v>
                </c:pt>
                <c:pt idx="740">
                  <c:v>2016-09-10</c:v>
                </c:pt>
                <c:pt idx="741">
                  <c:v>2016-09-11</c:v>
                </c:pt>
                <c:pt idx="742">
                  <c:v>2016-09-12</c:v>
                </c:pt>
                <c:pt idx="743">
                  <c:v>2016-09-13</c:v>
                </c:pt>
                <c:pt idx="744">
                  <c:v>2016-09-14</c:v>
                </c:pt>
                <c:pt idx="745">
                  <c:v>2016-09-15</c:v>
                </c:pt>
                <c:pt idx="746">
                  <c:v>2016-09-16</c:v>
                </c:pt>
                <c:pt idx="747">
                  <c:v>2016-09-17</c:v>
                </c:pt>
                <c:pt idx="748">
                  <c:v>2016-09-18</c:v>
                </c:pt>
                <c:pt idx="749">
                  <c:v>2016-09-19</c:v>
                </c:pt>
                <c:pt idx="750">
                  <c:v>2016-09-20</c:v>
                </c:pt>
                <c:pt idx="751">
                  <c:v>2016-09-21</c:v>
                </c:pt>
                <c:pt idx="752">
                  <c:v>2016-09-22</c:v>
                </c:pt>
                <c:pt idx="753">
                  <c:v>2016-09-23</c:v>
                </c:pt>
                <c:pt idx="754">
                  <c:v>2016-09-24</c:v>
                </c:pt>
                <c:pt idx="755">
                  <c:v>2016-09-25</c:v>
                </c:pt>
                <c:pt idx="756">
                  <c:v>2016-09-26</c:v>
                </c:pt>
                <c:pt idx="757">
                  <c:v>2016-09-27</c:v>
                </c:pt>
                <c:pt idx="758">
                  <c:v>2016-09-28</c:v>
                </c:pt>
                <c:pt idx="759">
                  <c:v>2016-09-29</c:v>
                </c:pt>
                <c:pt idx="760">
                  <c:v>2016-09-30</c:v>
                </c:pt>
                <c:pt idx="761">
                  <c:v>2016-10-01</c:v>
                </c:pt>
                <c:pt idx="762">
                  <c:v>2016-10-02</c:v>
                </c:pt>
                <c:pt idx="763">
                  <c:v>2016-10-03</c:v>
                </c:pt>
                <c:pt idx="764">
                  <c:v>2016-10-04</c:v>
                </c:pt>
                <c:pt idx="765">
                  <c:v>2016-10-05</c:v>
                </c:pt>
                <c:pt idx="766">
                  <c:v>2016-10-06</c:v>
                </c:pt>
                <c:pt idx="767">
                  <c:v>2016-10-07</c:v>
                </c:pt>
                <c:pt idx="768">
                  <c:v>2016-10-08</c:v>
                </c:pt>
                <c:pt idx="769">
                  <c:v>2016-10-09</c:v>
                </c:pt>
                <c:pt idx="770">
                  <c:v>2016-10-10</c:v>
                </c:pt>
                <c:pt idx="771">
                  <c:v>2016-10-11</c:v>
                </c:pt>
                <c:pt idx="772">
                  <c:v>2016-10-12</c:v>
                </c:pt>
                <c:pt idx="773">
                  <c:v>2016-10-13</c:v>
                </c:pt>
                <c:pt idx="774">
                  <c:v>2016-10-14</c:v>
                </c:pt>
                <c:pt idx="775">
                  <c:v>2016-10-15</c:v>
                </c:pt>
                <c:pt idx="776">
                  <c:v>2016-10-16</c:v>
                </c:pt>
                <c:pt idx="777">
                  <c:v>2016-10-17</c:v>
                </c:pt>
                <c:pt idx="778">
                  <c:v>2016-10-18</c:v>
                </c:pt>
                <c:pt idx="779">
                  <c:v>2016-10-19</c:v>
                </c:pt>
                <c:pt idx="780">
                  <c:v>2016-10-20</c:v>
                </c:pt>
                <c:pt idx="781">
                  <c:v>2016-10-21</c:v>
                </c:pt>
                <c:pt idx="782">
                  <c:v>2016-10-22</c:v>
                </c:pt>
                <c:pt idx="783">
                  <c:v>2016-10-23</c:v>
                </c:pt>
                <c:pt idx="784">
                  <c:v>2016-10-24</c:v>
                </c:pt>
                <c:pt idx="785">
                  <c:v>2016-10-25</c:v>
                </c:pt>
                <c:pt idx="786">
                  <c:v>2016-10-26</c:v>
                </c:pt>
                <c:pt idx="787">
                  <c:v>2016-10-27</c:v>
                </c:pt>
                <c:pt idx="788">
                  <c:v>2016-10-28</c:v>
                </c:pt>
                <c:pt idx="789">
                  <c:v>2016-10-29</c:v>
                </c:pt>
                <c:pt idx="790">
                  <c:v>2016-10-30</c:v>
                </c:pt>
                <c:pt idx="791">
                  <c:v>2016-10-31</c:v>
                </c:pt>
                <c:pt idx="792">
                  <c:v>2016-11-01</c:v>
                </c:pt>
                <c:pt idx="793">
                  <c:v>2016-11-02</c:v>
                </c:pt>
                <c:pt idx="794">
                  <c:v>2016-11-03</c:v>
                </c:pt>
                <c:pt idx="795">
                  <c:v>2016-11-04</c:v>
                </c:pt>
                <c:pt idx="796">
                  <c:v>2016-11-05</c:v>
                </c:pt>
                <c:pt idx="797">
                  <c:v>2016-11-06</c:v>
                </c:pt>
                <c:pt idx="798">
                  <c:v>2016-11-07</c:v>
                </c:pt>
                <c:pt idx="799">
                  <c:v>2016-11-08</c:v>
                </c:pt>
                <c:pt idx="800">
                  <c:v>2016-11-09</c:v>
                </c:pt>
                <c:pt idx="801">
                  <c:v>2016-11-10</c:v>
                </c:pt>
                <c:pt idx="802">
                  <c:v>2016-11-11</c:v>
                </c:pt>
                <c:pt idx="803">
                  <c:v>2016-11-12</c:v>
                </c:pt>
                <c:pt idx="804">
                  <c:v>2016-11-13</c:v>
                </c:pt>
                <c:pt idx="805">
                  <c:v>2016-11-14</c:v>
                </c:pt>
                <c:pt idx="806">
                  <c:v>2016-11-15</c:v>
                </c:pt>
                <c:pt idx="807">
                  <c:v>2016-11-16</c:v>
                </c:pt>
                <c:pt idx="808">
                  <c:v>2016-11-17</c:v>
                </c:pt>
                <c:pt idx="809">
                  <c:v>2016-11-18</c:v>
                </c:pt>
                <c:pt idx="810">
                  <c:v>2016-11-19</c:v>
                </c:pt>
                <c:pt idx="811">
                  <c:v>2016-11-20</c:v>
                </c:pt>
                <c:pt idx="812">
                  <c:v>2016-11-21</c:v>
                </c:pt>
                <c:pt idx="813">
                  <c:v>2016-11-22</c:v>
                </c:pt>
                <c:pt idx="814">
                  <c:v>2016-11-23</c:v>
                </c:pt>
                <c:pt idx="815">
                  <c:v>2016-11-24</c:v>
                </c:pt>
                <c:pt idx="816">
                  <c:v>2016-11-25</c:v>
                </c:pt>
                <c:pt idx="817">
                  <c:v>2016-11-26</c:v>
                </c:pt>
                <c:pt idx="818">
                  <c:v>2016-11-27</c:v>
                </c:pt>
                <c:pt idx="819">
                  <c:v>2016-11-28</c:v>
                </c:pt>
                <c:pt idx="820">
                  <c:v>2016-11-29</c:v>
                </c:pt>
                <c:pt idx="821">
                  <c:v>2016-11-30</c:v>
                </c:pt>
                <c:pt idx="822">
                  <c:v>2016-12-01</c:v>
                </c:pt>
                <c:pt idx="823">
                  <c:v>2016-12-02</c:v>
                </c:pt>
                <c:pt idx="824">
                  <c:v>2016-12-03</c:v>
                </c:pt>
                <c:pt idx="825">
                  <c:v>2016-12-04</c:v>
                </c:pt>
                <c:pt idx="826">
                  <c:v>2016-12-05</c:v>
                </c:pt>
                <c:pt idx="827">
                  <c:v>2016-12-06</c:v>
                </c:pt>
                <c:pt idx="828">
                  <c:v>2016-12-07</c:v>
                </c:pt>
                <c:pt idx="829">
                  <c:v>2016-12-08</c:v>
                </c:pt>
                <c:pt idx="830">
                  <c:v>2016-12-09</c:v>
                </c:pt>
                <c:pt idx="831">
                  <c:v>2016-12-10</c:v>
                </c:pt>
                <c:pt idx="832">
                  <c:v>2016-12-11</c:v>
                </c:pt>
                <c:pt idx="833">
                  <c:v>2016-12-12</c:v>
                </c:pt>
                <c:pt idx="834">
                  <c:v>2016-12-13</c:v>
                </c:pt>
                <c:pt idx="835">
                  <c:v>2016-12-14</c:v>
                </c:pt>
                <c:pt idx="836">
                  <c:v>2016-12-15</c:v>
                </c:pt>
                <c:pt idx="837">
                  <c:v>2016-12-16</c:v>
                </c:pt>
                <c:pt idx="838">
                  <c:v>2016-12-17</c:v>
                </c:pt>
                <c:pt idx="839">
                  <c:v>2016-12-18</c:v>
                </c:pt>
                <c:pt idx="840">
                  <c:v>2016-12-19</c:v>
                </c:pt>
                <c:pt idx="841">
                  <c:v>2016-12-20</c:v>
                </c:pt>
                <c:pt idx="842">
                  <c:v>2016-12-21</c:v>
                </c:pt>
                <c:pt idx="843">
                  <c:v>2016-12-22</c:v>
                </c:pt>
                <c:pt idx="844">
                  <c:v>2016-12-23</c:v>
                </c:pt>
                <c:pt idx="845">
                  <c:v>2016-12-24</c:v>
                </c:pt>
                <c:pt idx="846">
                  <c:v>2016-12-25</c:v>
                </c:pt>
                <c:pt idx="847">
                  <c:v>2016-12-26</c:v>
                </c:pt>
                <c:pt idx="848">
                  <c:v>2016-12-27</c:v>
                </c:pt>
                <c:pt idx="849">
                  <c:v>2016-12-28</c:v>
                </c:pt>
                <c:pt idx="850">
                  <c:v>2016-12-29</c:v>
                </c:pt>
                <c:pt idx="851">
                  <c:v>2016-12-30</c:v>
                </c:pt>
                <c:pt idx="852">
                  <c:v>2016-12-31</c:v>
                </c:pt>
                <c:pt idx="853">
                  <c:v>2017-01-01</c:v>
                </c:pt>
                <c:pt idx="854">
                  <c:v>2017-01-02</c:v>
                </c:pt>
                <c:pt idx="855">
                  <c:v>2017-01-03</c:v>
                </c:pt>
                <c:pt idx="856">
                  <c:v>2017-01-04</c:v>
                </c:pt>
                <c:pt idx="857">
                  <c:v>2017-01-05</c:v>
                </c:pt>
                <c:pt idx="858">
                  <c:v>2017-01-06</c:v>
                </c:pt>
                <c:pt idx="859">
                  <c:v>2017-01-07</c:v>
                </c:pt>
                <c:pt idx="860">
                  <c:v>2017-01-08</c:v>
                </c:pt>
                <c:pt idx="861">
                  <c:v>2017-01-09</c:v>
                </c:pt>
                <c:pt idx="862">
                  <c:v>2017-01-10</c:v>
                </c:pt>
                <c:pt idx="863">
                  <c:v>2017-01-11</c:v>
                </c:pt>
                <c:pt idx="864">
                  <c:v>2017-01-12</c:v>
                </c:pt>
                <c:pt idx="865">
                  <c:v>2017-01-13</c:v>
                </c:pt>
                <c:pt idx="866">
                  <c:v>2017-01-14</c:v>
                </c:pt>
                <c:pt idx="867">
                  <c:v>2017-01-15</c:v>
                </c:pt>
                <c:pt idx="868">
                  <c:v>2017-01-16</c:v>
                </c:pt>
                <c:pt idx="869">
                  <c:v>2017-01-17</c:v>
                </c:pt>
                <c:pt idx="870">
                  <c:v>2017-01-18</c:v>
                </c:pt>
                <c:pt idx="871">
                  <c:v>2017-01-19</c:v>
                </c:pt>
                <c:pt idx="872">
                  <c:v>2017-01-20</c:v>
                </c:pt>
                <c:pt idx="873">
                  <c:v>2017-01-21</c:v>
                </c:pt>
                <c:pt idx="874">
                  <c:v>2017-01-22</c:v>
                </c:pt>
                <c:pt idx="875">
                  <c:v>2017-01-23</c:v>
                </c:pt>
                <c:pt idx="876">
                  <c:v>2017-01-24</c:v>
                </c:pt>
                <c:pt idx="877">
                  <c:v>2017-01-25</c:v>
                </c:pt>
                <c:pt idx="878">
                  <c:v>2017-01-26</c:v>
                </c:pt>
                <c:pt idx="879">
                  <c:v>2017-01-27</c:v>
                </c:pt>
                <c:pt idx="880">
                  <c:v>2017-01-28</c:v>
                </c:pt>
                <c:pt idx="881">
                  <c:v>2017-01-29</c:v>
                </c:pt>
                <c:pt idx="882">
                  <c:v>2017-01-30</c:v>
                </c:pt>
                <c:pt idx="883">
                  <c:v>2017-01-31</c:v>
                </c:pt>
                <c:pt idx="884">
                  <c:v>2017-02-01</c:v>
                </c:pt>
                <c:pt idx="885">
                  <c:v>2017-02-02</c:v>
                </c:pt>
                <c:pt idx="886">
                  <c:v>2017-02-03</c:v>
                </c:pt>
                <c:pt idx="887">
                  <c:v>2017-02-04</c:v>
                </c:pt>
                <c:pt idx="888">
                  <c:v>2017-02-05</c:v>
                </c:pt>
                <c:pt idx="889">
                  <c:v>2017-02-06</c:v>
                </c:pt>
                <c:pt idx="890">
                  <c:v>2017-02-07</c:v>
                </c:pt>
                <c:pt idx="891">
                  <c:v>2017-02-08</c:v>
                </c:pt>
                <c:pt idx="892">
                  <c:v>2017-02-09</c:v>
                </c:pt>
                <c:pt idx="893">
                  <c:v>2017-02-10</c:v>
                </c:pt>
                <c:pt idx="894">
                  <c:v>2017-02-11</c:v>
                </c:pt>
                <c:pt idx="895">
                  <c:v>2017-02-12</c:v>
                </c:pt>
                <c:pt idx="896">
                  <c:v>2017-02-13</c:v>
                </c:pt>
                <c:pt idx="897">
                  <c:v>2017-02-14</c:v>
                </c:pt>
                <c:pt idx="898">
                  <c:v>2017-02-15</c:v>
                </c:pt>
                <c:pt idx="899">
                  <c:v>2017-02-16</c:v>
                </c:pt>
                <c:pt idx="900">
                  <c:v>2017-02-17</c:v>
                </c:pt>
                <c:pt idx="901">
                  <c:v>2017-02-18</c:v>
                </c:pt>
                <c:pt idx="902">
                  <c:v>2017-02-19</c:v>
                </c:pt>
                <c:pt idx="903">
                  <c:v>2017-02-20</c:v>
                </c:pt>
                <c:pt idx="904">
                  <c:v>2017-02-21</c:v>
                </c:pt>
                <c:pt idx="905">
                  <c:v>2017-02-22</c:v>
                </c:pt>
                <c:pt idx="906">
                  <c:v>2017-02-23</c:v>
                </c:pt>
                <c:pt idx="907">
                  <c:v>2017-02-24</c:v>
                </c:pt>
                <c:pt idx="908">
                  <c:v>2017-02-25</c:v>
                </c:pt>
                <c:pt idx="909">
                  <c:v>2017-02-26</c:v>
                </c:pt>
                <c:pt idx="910">
                  <c:v>2017-02-27</c:v>
                </c:pt>
                <c:pt idx="911">
                  <c:v>2017-02-28</c:v>
                </c:pt>
                <c:pt idx="912">
                  <c:v>2017-03-01</c:v>
                </c:pt>
                <c:pt idx="913">
                  <c:v>2017-03-02</c:v>
                </c:pt>
                <c:pt idx="914">
                  <c:v>2017-03-03</c:v>
                </c:pt>
                <c:pt idx="915">
                  <c:v>2017-03-04</c:v>
                </c:pt>
                <c:pt idx="916">
                  <c:v>2017-03-05</c:v>
                </c:pt>
                <c:pt idx="917">
                  <c:v>2017-03-06</c:v>
                </c:pt>
                <c:pt idx="918">
                  <c:v>2017-03-07</c:v>
                </c:pt>
                <c:pt idx="919">
                  <c:v>2017-03-08</c:v>
                </c:pt>
                <c:pt idx="920">
                  <c:v>2017-03-09</c:v>
                </c:pt>
                <c:pt idx="921">
                  <c:v>2017-03-10</c:v>
                </c:pt>
                <c:pt idx="922">
                  <c:v>2017-03-11</c:v>
                </c:pt>
                <c:pt idx="923">
                  <c:v>2017-03-12</c:v>
                </c:pt>
                <c:pt idx="924">
                  <c:v>2017-03-13</c:v>
                </c:pt>
                <c:pt idx="925">
                  <c:v>2017-03-14</c:v>
                </c:pt>
                <c:pt idx="926">
                  <c:v>2017-03-15</c:v>
                </c:pt>
                <c:pt idx="927">
                  <c:v>2017-03-16</c:v>
                </c:pt>
                <c:pt idx="928">
                  <c:v>2017-03-17</c:v>
                </c:pt>
                <c:pt idx="929">
                  <c:v>2017-03-18</c:v>
                </c:pt>
                <c:pt idx="930">
                  <c:v>2017-03-19</c:v>
                </c:pt>
                <c:pt idx="931">
                  <c:v>2017-03-20</c:v>
                </c:pt>
                <c:pt idx="932">
                  <c:v>2017-03-21</c:v>
                </c:pt>
                <c:pt idx="933">
                  <c:v>2017-03-22</c:v>
                </c:pt>
                <c:pt idx="934">
                  <c:v>2017-03-23</c:v>
                </c:pt>
                <c:pt idx="935">
                  <c:v>2017-03-24</c:v>
                </c:pt>
                <c:pt idx="936">
                  <c:v>2017-03-25</c:v>
                </c:pt>
                <c:pt idx="937">
                  <c:v>2017-03-26</c:v>
                </c:pt>
                <c:pt idx="938">
                  <c:v>2017-03-27</c:v>
                </c:pt>
                <c:pt idx="939">
                  <c:v>2017-03-28</c:v>
                </c:pt>
                <c:pt idx="940">
                  <c:v>2017-03-29</c:v>
                </c:pt>
                <c:pt idx="941">
                  <c:v>2017-03-30</c:v>
                </c:pt>
                <c:pt idx="942">
                  <c:v>2017-03-31</c:v>
                </c:pt>
                <c:pt idx="943">
                  <c:v>2017-04-01</c:v>
                </c:pt>
                <c:pt idx="944">
                  <c:v>2017-04-02</c:v>
                </c:pt>
                <c:pt idx="945">
                  <c:v>2017-04-03</c:v>
                </c:pt>
                <c:pt idx="946">
                  <c:v>2017-04-04</c:v>
                </c:pt>
                <c:pt idx="947">
                  <c:v>2017-04-05</c:v>
                </c:pt>
                <c:pt idx="948">
                  <c:v>2017-04-06</c:v>
                </c:pt>
                <c:pt idx="949">
                  <c:v>2017-04-07</c:v>
                </c:pt>
                <c:pt idx="950">
                  <c:v>2017-04-08</c:v>
                </c:pt>
                <c:pt idx="951">
                  <c:v>2017-04-09</c:v>
                </c:pt>
                <c:pt idx="952">
                  <c:v>2017-04-10</c:v>
                </c:pt>
                <c:pt idx="953">
                  <c:v>2017-04-11</c:v>
                </c:pt>
                <c:pt idx="954">
                  <c:v>2017-04-12</c:v>
                </c:pt>
                <c:pt idx="955">
                  <c:v>2017-04-13</c:v>
                </c:pt>
                <c:pt idx="956">
                  <c:v>2017-04-14</c:v>
                </c:pt>
                <c:pt idx="957">
                  <c:v>2017-04-15</c:v>
                </c:pt>
                <c:pt idx="958">
                  <c:v>2017-04-16</c:v>
                </c:pt>
                <c:pt idx="959">
                  <c:v>2017-04-17</c:v>
                </c:pt>
                <c:pt idx="960">
                  <c:v>2017-04-18</c:v>
                </c:pt>
                <c:pt idx="961">
                  <c:v>2017-04-19</c:v>
                </c:pt>
                <c:pt idx="962">
                  <c:v>2017-04-20</c:v>
                </c:pt>
                <c:pt idx="963">
                  <c:v>2017-04-21</c:v>
                </c:pt>
                <c:pt idx="964">
                  <c:v>2017-04-22</c:v>
                </c:pt>
                <c:pt idx="965">
                  <c:v>2017-04-23</c:v>
                </c:pt>
                <c:pt idx="966">
                  <c:v>2017-04-24</c:v>
                </c:pt>
                <c:pt idx="967">
                  <c:v>2017-04-25</c:v>
                </c:pt>
                <c:pt idx="968">
                  <c:v>2017-04-26</c:v>
                </c:pt>
                <c:pt idx="969">
                  <c:v>2017-04-27</c:v>
                </c:pt>
                <c:pt idx="970">
                  <c:v>2017-04-28</c:v>
                </c:pt>
                <c:pt idx="971">
                  <c:v>2017-04-29</c:v>
                </c:pt>
                <c:pt idx="972">
                  <c:v>2017-04-30</c:v>
                </c:pt>
                <c:pt idx="973">
                  <c:v>2017-05-01</c:v>
                </c:pt>
                <c:pt idx="974">
                  <c:v>2017-05-02</c:v>
                </c:pt>
                <c:pt idx="975">
                  <c:v>2017-05-03</c:v>
                </c:pt>
                <c:pt idx="976">
                  <c:v>2017-05-04</c:v>
                </c:pt>
                <c:pt idx="977">
                  <c:v>2017-05-05</c:v>
                </c:pt>
                <c:pt idx="978">
                  <c:v>2017-05-06</c:v>
                </c:pt>
                <c:pt idx="979">
                  <c:v>2017-05-07</c:v>
                </c:pt>
                <c:pt idx="980">
                  <c:v>2017-05-08</c:v>
                </c:pt>
                <c:pt idx="981">
                  <c:v>2017-05-09</c:v>
                </c:pt>
                <c:pt idx="982">
                  <c:v>2017-05-10</c:v>
                </c:pt>
                <c:pt idx="983">
                  <c:v>2017-05-11</c:v>
                </c:pt>
                <c:pt idx="984">
                  <c:v>2017-05-12</c:v>
                </c:pt>
                <c:pt idx="985">
                  <c:v>2017-05-13</c:v>
                </c:pt>
                <c:pt idx="986">
                  <c:v>2017-05-14</c:v>
                </c:pt>
                <c:pt idx="987">
                  <c:v>2017-05-15</c:v>
                </c:pt>
                <c:pt idx="988">
                  <c:v>2017-05-16</c:v>
                </c:pt>
                <c:pt idx="989">
                  <c:v>2017-05-17</c:v>
                </c:pt>
                <c:pt idx="990">
                  <c:v>2017-05-18</c:v>
                </c:pt>
                <c:pt idx="991">
                  <c:v>2017-05-19</c:v>
                </c:pt>
                <c:pt idx="992">
                  <c:v>2017-05-20</c:v>
                </c:pt>
                <c:pt idx="993">
                  <c:v>2017-05-21</c:v>
                </c:pt>
                <c:pt idx="994">
                  <c:v>2017-05-22</c:v>
                </c:pt>
                <c:pt idx="995">
                  <c:v>2017-05-23</c:v>
                </c:pt>
                <c:pt idx="996">
                  <c:v>2017-05-24</c:v>
                </c:pt>
                <c:pt idx="997">
                  <c:v>2017-05-25</c:v>
                </c:pt>
                <c:pt idx="998">
                  <c:v>2017-05-26</c:v>
                </c:pt>
                <c:pt idx="999">
                  <c:v>2017-05-27</c:v>
                </c:pt>
                <c:pt idx="1000">
                  <c:v>2017-05-28</c:v>
                </c:pt>
                <c:pt idx="1001">
                  <c:v>2017-05-29</c:v>
                </c:pt>
                <c:pt idx="1002">
                  <c:v>2017-05-30</c:v>
                </c:pt>
                <c:pt idx="1003">
                  <c:v>2017-05-31</c:v>
                </c:pt>
                <c:pt idx="1004">
                  <c:v>2017-06-01</c:v>
                </c:pt>
                <c:pt idx="1005">
                  <c:v>2017-06-02</c:v>
                </c:pt>
                <c:pt idx="1006">
                  <c:v>2017-06-03</c:v>
                </c:pt>
                <c:pt idx="1007">
                  <c:v>2017-06-04</c:v>
                </c:pt>
                <c:pt idx="1008">
                  <c:v>2017-06-05</c:v>
                </c:pt>
                <c:pt idx="1009">
                  <c:v>2017-06-06</c:v>
                </c:pt>
                <c:pt idx="1010">
                  <c:v>2017-06-07</c:v>
                </c:pt>
                <c:pt idx="1011">
                  <c:v>2017-06-08</c:v>
                </c:pt>
                <c:pt idx="1012">
                  <c:v>2017-06-09</c:v>
                </c:pt>
                <c:pt idx="1013">
                  <c:v>2017-06-10</c:v>
                </c:pt>
                <c:pt idx="1014">
                  <c:v>2017-06-11</c:v>
                </c:pt>
                <c:pt idx="1015">
                  <c:v>2017-06-12</c:v>
                </c:pt>
                <c:pt idx="1016">
                  <c:v>2017-06-13</c:v>
                </c:pt>
                <c:pt idx="1017">
                  <c:v>2017-06-14</c:v>
                </c:pt>
                <c:pt idx="1018">
                  <c:v>2017-06-15</c:v>
                </c:pt>
                <c:pt idx="1019">
                  <c:v>2017-06-16</c:v>
                </c:pt>
                <c:pt idx="1020">
                  <c:v>2017-06-17</c:v>
                </c:pt>
                <c:pt idx="1021">
                  <c:v>2017-06-18</c:v>
                </c:pt>
                <c:pt idx="1022">
                  <c:v>2017-06-19</c:v>
                </c:pt>
                <c:pt idx="1023">
                  <c:v>2017-06-20</c:v>
                </c:pt>
                <c:pt idx="1024">
                  <c:v>2017-06-21</c:v>
                </c:pt>
                <c:pt idx="1025">
                  <c:v>2017-06-22</c:v>
                </c:pt>
                <c:pt idx="1026">
                  <c:v>2017-06-23</c:v>
                </c:pt>
                <c:pt idx="1027">
                  <c:v>2017-06-24</c:v>
                </c:pt>
                <c:pt idx="1028">
                  <c:v>2017-06-25</c:v>
                </c:pt>
                <c:pt idx="1029">
                  <c:v>2017-06-26</c:v>
                </c:pt>
                <c:pt idx="1030">
                  <c:v>2017-06-27</c:v>
                </c:pt>
                <c:pt idx="1031">
                  <c:v>2017-06-28</c:v>
                </c:pt>
                <c:pt idx="1032">
                  <c:v>2017-06-29</c:v>
                </c:pt>
                <c:pt idx="1033">
                  <c:v>2017-06-30</c:v>
                </c:pt>
                <c:pt idx="1034">
                  <c:v>2017-07-01</c:v>
                </c:pt>
                <c:pt idx="1035">
                  <c:v>2017-07-02</c:v>
                </c:pt>
                <c:pt idx="1036">
                  <c:v>2017-07-03</c:v>
                </c:pt>
                <c:pt idx="1037">
                  <c:v>2017-07-04</c:v>
                </c:pt>
                <c:pt idx="1038">
                  <c:v>2017-07-05</c:v>
                </c:pt>
                <c:pt idx="1039">
                  <c:v>2017-07-06</c:v>
                </c:pt>
                <c:pt idx="1040">
                  <c:v>2017-07-07</c:v>
                </c:pt>
                <c:pt idx="1041">
                  <c:v>2017-07-08</c:v>
                </c:pt>
                <c:pt idx="1042">
                  <c:v>2017-07-09</c:v>
                </c:pt>
                <c:pt idx="1043">
                  <c:v>2017-07-10</c:v>
                </c:pt>
                <c:pt idx="1044">
                  <c:v>2017-07-11</c:v>
                </c:pt>
                <c:pt idx="1045">
                  <c:v>2017-07-12</c:v>
                </c:pt>
                <c:pt idx="1046">
                  <c:v>2017-07-13</c:v>
                </c:pt>
                <c:pt idx="1047">
                  <c:v>2017-07-14</c:v>
                </c:pt>
                <c:pt idx="1048">
                  <c:v>2017-07-15</c:v>
                </c:pt>
                <c:pt idx="1049">
                  <c:v>2017-07-16</c:v>
                </c:pt>
                <c:pt idx="1050">
                  <c:v>2017-07-17</c:v>
                </c:pt>
                <c:pt idx="1051">
                  <c:v>2017-07-18</c:v>
                </c:pt>
                <c:pt idx="1052">
                  <c:v>2017-07-19</c:v>
                </c:pt>
                <c:pt idx="1053">
                  <c:v>2017-07-20</c:v>
                </c:pt>
                <c:pt idx="1054">
                  <c:v>2017-07-21</c:v>
                </c:pt>
                <c:pt idx="1055">
                  <c:v>2017-07-22</c:v>
                </c:pt>
                <c:pt idx="1056">
                  <c:v>2017-07-23</c:v>
                </c:pt>
                <c:pt idx="1057">
                  <c:v>2017-07-24</c:v>
                </c:pt>
                <c:pt idx="1058">
                  <c:v>2017-07-25</c:v>
                </c:pt>
                <c:pt idx="1059">
                  <c:v>2017-07-26</c:v>
                </c:pt>
                <c:pt idx="1060">
                  <c:v>2017-07-27</c:v>
                </c:pt>
                <c:pt idx="1061">
                  <c:v>2017-07-28</c:v>
                </c:pt>
                <c:pt idx="1062">
                  <c:v>2017-07-29</c:v>
                </c:pt>
                <c:pt idx="1063">
                  <c:v>2017-07-30</c:v>
                </c:pt>
                <c:pt idx="1064">
                  <c:v>2017-07-31</c:v>
                </c:pt>
                <c:pt idx="1065">
                  <c:v>2017-08-01</c:v>
                </c:pt>
                <c:pt idx="1066">
                  <c:v>2017-08-02</c:v>
                </c:pt>
                <c:pt idx="1067">
                  <c:v>2017-08-03</c:v>
                </c:pt>
                <c:pt idx="1068">
                  <c:v>2017-08-04</c:v>
                </c:pt>
                <c:pt idx="1069">
                  <c:v>2017-08-05</c:v>
                </c:pt>
                <c:pt idx="1070">
                  <c:v>2017-08-06</c:v>
                </c:pt>
                <c:pt idx="1071">
                  <c:v>2017-08-07</c:v>
                </c:pt>
                <c:pt idx="1072">
                  <c:v>2017-08-08</c:v>
                </c:pt>
                <c:pt idx="1073">
                  <c:v>2017-08-09</c:v>
                </c:pt>
                <c:pt idx="1074">
                  <c:v>2017-08-10</c:v>
                </c:pt>
                <c:pt idx="1075">
                  <c:v>2017-08-11</c:v>
                </c:pt>
                <c:pt idx="1076">
                  <c:v>2017-08-12</c:v>
                </c:pt>
                <c:pt idx="1077">
                  <c:v>2017-08-13</c:v>
                </c:pt>
                <c:pt idx="1078">
                  <c:v>2017-08-14</c:v>
                </c:pt>
                <c:pt idx="1079">
                  <c:v>2017-08-15</c:v>
                </c:pt>
                <c:pt idx="1080">
                  <c:v>2017-08-16</c:v>
                </c:pt>
                <c:pt idx="1081">
                  <c:v>2017-08-17</c:v>
                </c:pt>
                <c:pt idx="1082">
                  <c:v>2017-08-18</c:v>
                </c:pt>
                <c:pt idx="1083">
                  <c:v>2017-08-19</c:v>
                </c:pt>
                <c:pt idx="1084">
                  <c:v>2017-08-20</c:v>
                </c:pt>
                <c:pt idx="1085">
                  <c:v>2017-08-21</c:v>
                </c:pt>
                <c:pt idx="1086">
                  <c:v>2017-08-22</c:v>
                </c:pt>
                <c:pt idx="1087">
                  <c:v>2017-08-23</c:v>
                </c:pt>
                <c:pt idx="1088">
                  <c:v>2017-08-24</c:v>
                </c:pt>
                <c:pt idx="1089">
                  <c:v>2017-08-25</c:v>
                </c:pt>
                <c:pt idx="1090">
                  <c:v>2017-08-26</c:v>
                </c:pt>
                <c:pt idx="1091">
                  <c:v>2017-08-27</c:v>
                </c:pt>
                <c:pt idx="1092">
                  <c:v>2017-08-28</c:v>
                </c:pt>
                <c:pt idx="1093">
                  <c:v>2017-08-29</c:v>
                </c:pt>
                <c:pt idx="1094">
                  <c:v>2017-08-30</c:v>
                </c:pt>
                <c:pt idx="1095">
                  <c:v>2017-08-31</c:v>
                </c:pt>
                <c:pt idx="1096">
                  <c:v>2017-09-01</c:v>
                </c:pt>
                <c:pt idx="1097">
                  <c:v>2017-09-02</c:v>
                </c:pt>
                <c:pt idx="1098">
                  <c:v>2017-09-03</c:v>
                </c:pt>
                <c:pt idx="1099">
                  <c:v>2017-09-04</c:v>
                </c:pt>
                <c:pt idx="1100">
                  <c:v>2017-09-05</c:v>
                </c:pt>
                <c:pt idx="1101">
                  <c:v>2017-09-06</c:v>
                </c:pt>
                <c:pt idx="1102">
                  <c:v>2017-09-07</c:v>
                </c:pt>
                <c:pt idx="1103">
                  <c:v>2017-09-08</c:v>
                </c:pt>
                <c:pt idx="1104">
                  <c:v>2017-09-09</c:v>
                </c:pt>
                <c:pt idx="1105">
                  <c:v>2017-09-10</c:v>
                </c:pt>
                <c:pt idx="1106">
                  <c:v>2017-09-11</c:v>
                </c:pt>
                <c:pt idx="1107">
                  <c:v>2017-09-12</c:v>
                </c:pt>
                <c:pt idx="1108">
                  <c:v>2017-09-13</c:v>
                </c:pt>
                <c:pt idx="1109">
                  <c:v>2017-09-14</c:v>
                </c:pt>
                <c:pt idx="1110">
                  <c:v>2017-09-15</c:v>
                </c:pt>
                <c:pt idx="1111">
                  <c:v>2017-09-16</c:v>
                </c:pt>
                <c:pt idx="1112">
                  <c:v>2017-09-17</c:v>
                </c:pt>
                <c:pt idx="1113">
                  <c:v>2017-09-18</c:v>
                </c:pt>
                <c:pt idx="1114">
                  <c:v>2017-09-19</c:v>
                </c:pt>
                <c:pt idx="1115">
                  <c:v>2017-09-20</c:v>
                </c:pt>
                <c:pt idx="1116">
                  <c:v>2017-09-21</c:v>
                </c:pt>
                <c:pt idx="1117">
                  <c:v>2017-09-22</c:v>
                </c:pt>
                <c:pt idx="1118">
                  <c:v>2017-09-23</c:v>
                </c:pt>
                <c:pt idx="1119">
                  <c:v>2017-09-24</c:v>
                </c:pt>
                <c:pt idx="1120">
                  <c:v>2017-09-25</c:v>
                </c:pt>
                <c:pt idx="1121">
                  <c:v>2017-09-26</c:v>
                </c:pt>
                <c:pt idx="1122">
                  <c:v>2017-09-27</c:v>
                </c:pt>
                <c:pt idx="1123">
                  <c:v>2017-09-28</c:v>
                </c:pt>
                <c:pt idx="1124">
                  <c:v>2017-09-29</c:v>
                </c:pt>
                <c:pt idx="1125">
                  <c:v>2017-09-30</c:v>
                </c:pt>
                <c:pt idx="1126">
                  <c:v>2017-10-01</c:v>
                </c:pt>
                <c:pt idx="1127">
                  <c:v>2017-10-02</c:v>
                </c:pt>
                <c:pt idx="1128">
                  <c:v>2017-10-03</c:v>
                </c:pt>
                <c:pt idx="1129">
                  <c:v>2017-10-04</c:v>
                </c:pt>
                <c:pt idx="1130">
                  <c:v>2017-10-05</c:v>
                </c:pt>
                <c:pt idx="1131">
                  <c:v>2017-10-06</c:v>
                </c:pt>
                <c:pt idx="1132">
                  <c:v>2017-10-07</c:v>
                </c:pt>
                <c:pt idx="1133">
                  <c:v>2017-10-08</c:v>
                </c:pt>
                <c:pt idx="1134">
                  <c:v>2017-10-09</c:v>
                </c:pt>
                <c:pt idx="1135">
                  <c:v>2017-10-10</c:v>
                </c:pt>
                <c:pt idx="1136">
                  <c:v>2017-10-11</c:v>
                </c:pt>
                <c:pt idx="1137">
                  <c:v>2017-10-12</c:v>
                </c:pt>
                <c:pt idx="1138">
                  <c:v>2017-10-13</c:v>
                </c:pt>
                <c:pt idx="1139">
                  <c:v>2017-10-14</c:v>
                </c:pt>
                <c:pt idx="1140">
                  <c:v>2017-10-15</c:v>
                </c:pt>
                <c:pt idx="1141">
                  <c:v>2017-10-16</c:v>
                </c:pt>
                <c:pt idx="1142">
                  <c:v>2017-10-17</c:v>
                </c:pt>
                <c:pt idx="1143">
                  <c:v>2017-10-18</c:v>
                </c:pt>
                <c:pt idx="1144">
                  <c:v>2017-10-19</c:v>
                </c:pt>
                <c:pt idx="1145">
                  <c:v>2017-10-20</c:v>
                </c:pt>
                <c:pt idx="1146">
                  <c:v>2017-10-21</c:v>
                </c:pt>
                <c:pt idx="1147">
                  <c:v>2017-10-22</c:v>
                </c:pt>
                <c:pt idx="1148">
                  <c:v>2017-10-23</c:v>
                </c:pt>
                <c:pt idx="1149">
                  <c:v>2017-10-24</c:v>
                </c:pt>
                <c:pt idx="1150">
                  <c:v>2017-10-25</c:v>
                </c:pt>
                <c:pt idx="1151">
                  <c:v>2017-10-26</c:v>
                </c:pt>
                <c:pt idx="1152">
                  <c:v>2017-10-27</c:v>
                </c:pt>
                <c:pt idx="1153">
                  <c:v>2017-10-28</c:v>
                </c:pt>
                <c:pt idx="1154">
                  <c:v>2017-10-29</c:v>
                </c:pt>
                <c:pt idx="1155">
                  <c:v>2017-10-30</c:v>
                </c:pt>
                <c:pt idx="1156">
                  <c:v>2017-10-31</c:v>
                </c:pt>
                <c:pt idx="1157">
                  <c:v>2017-11-01</c:v>
                </c:pt>
                <c:pt idx="1158">
                  <c:v>2017-11-02</c:v>
                </c:pt>
                <c:pt idx="1159">
                  <c:v>2017-11-03</c:v>
                </c:pt>
                <c:pt idx="1160">
                  <c:v>2017-11-04</c:v>
                </c:pt>
                <c:pt idx="1161">
                  <c:v>2017-11-05</c:v>
                </c:pt>
                <c:pt idx="1162">
                  <c:v>2017-11-06</c:v>
                </c:pt>
                <c:pt idx="1163">
                  <c:v>2017-11-07</c:v>
                </c:pt>
                <c:pt idx="1164">
                  <c:v>2017-11-08</c:v>
                </c:pt>
                <c:pt idx="1165">
                  <c:v>2017-11-09</c:v>
                </c:pt>
                <c:pt idx="1166">
                  <c:v>2017-11-10</c:v>
                </c:pt>
                <c:pt idx="1167">
                  <c:v>2017-11-11</c:v>
                </c:pt>
                <c:pt idx="1168">
                  <c:v>2017-11-12</c:v>
                </c:pt>
                <c:pt idx="1169">
                  <c:v>2017-11-13</c:v>
                </c:pt>
                <c:pt idx="1170">
                  <c:v>2017-11-14</c:v>
                </c:pt>
                <c:pt idx="1171">
                  <c:v>2017-11-15</c:v>
                </c:pt>
                <c:pt idx="1172">
                  <c:v>2017-11-16</c:v>
                </c:pt>
                <c:pt idx="1173">
                  <c:v>2017-11-17</c:v>
                </c:pt>
                <c:pt idx="1174">
                  <c:v>2017-11-18</c:v>
                </c:pt>
                <c:pt idx="1175">
                  <c:v>2017-11-19</c:v>
                </c:pt>
                <c:pt idx="1176">
                  <c:v>2017-11-20</c:v>
                </c:pt>
                <c:pt idx="1177">
                  <c:v>2017-11-21</c:v>
                </c:pt>
                <c:pt idx="1178">
                  <c:v>2017-11-22</c:v>
                </c:pt>
                <c:pt idx="1179">
                  <c:v>2017-11-23</c:v>
                </c:pt>
                <c:pt idx="1180">
                  <c:v>2017-11-24</c:v>
                </c:pt>
                <c:pt idx="1181">
                  <c:v>2017-11-25</c:v>
                </c:pt>
                <c:pt idx="1182">
                  <c:v>2017-11-26</c:v>
                </c:pt>
                <c:pt idx="1183">
                  <c:v>2017-11-27</c:v>
                </c:pt>
                <c:pt idx="1184">
                  <c:v>2017-11-28</c:v>
                </c:pt>
                <c:pt idx="1185">
                  <c:v>2017-11-29</c:v>
                </c:pt>
                <c:pt idx="1186">
                  <c:v>2017-11-30</c:v>
                </c:pt>
                <c:pt idx="1187">
                  <c:v>2017-12-01</c:v>
                </c:pt>
                <c:pt idx="1188">
                  <c:v>2017-12-02</c:v>
                </c:pt>
                <c:pt idx="1189">
                  <c:v>2017-12-03</c:v>
                </c:pt>
                <c:pt idx="1190">
                  <c:v>2017-12-04</c:v>
                </c:pt>
                <c:pt idx="1191">
                  <c:v>2017-12-05</c:v>
                </c:pt>
                <c:pt idx="1192">
                  <c:v>2017-12-06</c:v>
                </c:pt>
                <c:pt idx="1193">
                  <c:v>2017-12-07</c:v>
                </c:pt>
                <c:pt idx="1194">
                  <c:v>2017-12-08</c:v>
                </c:pt>
                <c:pt idx="1195">
                  <c:v>2017-12-09</c:v>
                </c:pt>
                <c:pt idx="1196">
                  <c:v>2017-12-10</c:v>
                </c:pt>
                <c:pt idx="1197">
                  <c:v>2017-12-11</c:v>
                </c:pt>
                <c:pt idx="1198">
                  <c:v>2017-12-12</c:v>
                </c:pt>
                <c:pt idx="1199">
                  <c:v>2017-12-13</c:v>
                </c:pt>
                <c:pt idx="1200">
                  <c:v>2017-12-14</c:v>
                </c:pt>
                <c:pt idx="1201">
                  <c:v>2017-12-15</c:v>
                </c:pt>
                <c:pt idx="1202">
                  <c:v>2017-12-16</c:v>
                </c:pt>
                <c:pt idx="1203">
                  <c:v>2017-12-17</c:v>
                </c:pt>
                <c:pt idx="1204">
                  <c:v>2017-12-18</c:v>
                </c:pt>
                <c:pt idx="1205">
                  <c:v>2017-12-19</c:v>
                </c:pt>
                <c:pt idx="1206">
                  <c:v>2017-12-20</c:v>
                </c:pt>
                <c:pt idx="1207">
                  <c:v>2017-12-21</c:v>
                </c:pt>
                <c:pt idx="1208">
                  <c:v>2017-12-22</c:v>
                </c:pt>
                <c:pt idx="1209">
                  <c:v>2017-12-23</c:v>
                </c:pt>
                <c:pt idx="1210">
                  <c:v>2017-12-24</c:v>
                </c:pt>
                <c:pt idx="1211">
                  <c:v>2017-12-25</c:v>
                </c:pt>
                <c:pt idx="1212">
                  <c:v>2017-12-26</c:v>
                </c:pt>
                <c:pt idx="1213">
                  <c:v>2017-12-27</c:v>
                </c:pt>
                <c:pt idx="1214">
                  <c:v>2017-12-28</c:v>
                </c:pt>
                <c:pt idx="1215">
                  <c:v>2017-12-29</c:v>
                </c:pt>
                <c:pt idx="1216">
                  <c:v>2017-12-30</c:v>
                </c:pt>
                <c:pt idx="1217">
                  <c:v>2017-12-31</c:v>
                </c:pt>
                <c:pt idx="1218">
                  <c:v>2018-01-01</c:v>
                </c:pt>
                <c:pt idx="1219">
                  <c:v>2018-01-02</c:v>
                </c:pt>
                <c:pt idx="1220">
                  <c:v>2018-01-03</c:v>
                </c:pt>
                <c:pt idx="1221">
                  <c:v>2018-01-04</c:v>
                </c:pt>
                <c:pt idx="1222">
                  <c:v>2018-01-05</c:v>
                </c:pt>
                <c:pt idx="1223">
                  <c:v>2018-01-06</c:v>
                </c:pt>
                <c:pt idx="1224">
                  <c:v>2018-01-07</c:v>
                </c:pt>
                <c:pt idx="1225">
                  <c:v>2018-01-08</c:v>
                </c:pt>
                <c:pt idx="1226">
                  <c:v>2018-01-09</c:v>
                </c:pt>
                <c:pt idx="1227">
                  <c:v>2018-01-10</c:v>
                </c:pt>
                <c:pt idx="1228">
                  <c:v>2018-01-11</c:v>
                </c:pt>
                <c:pt idx="1229">
                  <c:v>2018-01-12</c:v>
                </c:pt>
                <c:pt idx="1230">
                  <c:v>2018-01-13</c:v>
                </c:pt>
                <c:pt idx="1231">
                  <c:v>2018-01-14</c:v>
                </c:pt>
                <c:pt idx="1232">
                  <c:v>2018-01-15</c:v>
                </c:pt>
                <c:pt idx="1233">
                  <c:v>2018-01-16</c:v>
                </c:pt>
                <c:pt idx="1234">
                  <c:v>2018-01-17</c:v>
                </c:pt>
                <c:pt idx="1235">
                  <c:v>2018-01-18</c:v>
                </c:pt>
                <c:pt idx="1236">
                  <c:v>2018-01-19</c:v>
                </c:pt>
                <c:pt idx="1237">
                  <c:v>2018-01-20</c:v>
                </c:pt>
                <c:pt idx="1238">
                  <c:v>2018-01-21</c:v>
                </c:pt>
                <c:pt idx="1239">
                  <c:v>2018-01-22</c:v>
                </c:pt>
                <c:pt idx="1240">
                  <c:v>2018-01-23</c:v>
                </c:pt>
                <c:pt idx="1241">
                  <c:v>2018-01-24</c:v>
                </c:pt>
                <c:pt idx="1242">
                  <c:v>2018-01-25</c:v>
                </c:pt>
                <c:pt idx="1243">
                  <c:v>2018-01-26</c:v>
                </c:pt>
                <c:pt idx="1244">
                  <c:v>2018-01-27</c:v>
                </c:pt>
                <c:pt idx="1245">
                  <c:v>2018-01-28</c:v>
                </c:pt>
                <c:pt idx="1246">
                  <c:v>2018-01-29</c:v>
                </c:pt>
                <c:pt idx="1247">
                  <c:v>2018-01-30</c:v>
                </c:pt>
                <c:pt idx="1248">
                  <c:v>2018-01-31</c:v>
                </c:pt>
                <c:pt idx="1249">
                  <c:v>2018-02-01</c:v>
                </c:pt>
                <c:pt idx="1250">
                  <c:v>2018-02-02</c:v>
                </c:pt>
                <c:pt idx="1251">
                  <c:v>2018-02-03</c:v>
                </c:pt>
                <c:pt idx="1252">
                  <c:v>2018-02-04</c:v>
                </c:pt>
                <c:pt idx="1253">
                  <c:v>2018-02-05</c:v>
                </c:pt>
                <c:pt idx="1254">
                  <c:v>2018-02-06</c:v>
                </c:pt>
                <c:pt idx="1255">
                  <c:v>2018-02-07</c:v>
                </c:pt>
                <c:pt idx="1256">
                  <c:v>2018-02-08</c:v>
                </c:pt>
                <c:pt idx="1257">
                  <c:v>2018-02-09</c:v>
                </c:pt>
                <c:pt idx="1258">
                  <c:v>2018-02-10</c:v>
                </c:pt>
                <c:pt idx="1259">
                  <c:v>2018-02-11</c:v>
                </c:pt>
                <c:pt idx="1260">
                  <c:v>2018-02-12</c:v>
                </c:pt>
                <c:pt idx="1261">
                  <c:v>2018-02-13</c:v>
                </c:pt>
                <c:pt idx="1262">
                  <c:v>2018-02-14</c:v>
                </c:pt>
                <c:pt idx="1263">
                  <c:v>2018-02-15</c:v>
                </c:pt>
                <c:pt idx="1264">
                  <c:v>2018-02-16</c:v>
                </c:pt>
                <c:pt idx="1265">
                  <c:v>2018-02-17</c:v>
                </c:pt>
                <c:pt idx="1266">
                  <c:v>2018-02-18</c:v>
                </c:pt>
                <c:pt idx="1267">
                  <c:v>2018-02-19</c:v>
                </c:pt>
                <c:pt idx="1268">
                  <c:v>2018-02-20</c:v>
                </c:pt>
                <c:pt idx="1269">
                  <c:v>2018-02-21</c:v>
                </c:pt>
                <c:pt idx="1270">
                  <c:v>2018-02-22</c:v>
                </c:pt>
                <c:pt idx="1271">
                  <c:v>2018-02-23</c:v>
                </c:pt>
                <c:pt idx="1272">
                  <c:v>2018-02-24</c:v>
                </c:pt>
                <c:pt idx="1273">
                  <c:v>2018-02-25</c:v>
                </c:pt>
                <c:pt idx="1274">
                  <c:v>2018-02-26</c:v>
                </c:pt>
                <c:pt idx="1275">
                  <c:v>2018-02-27</c:v>
                </c:pt>
                <c:pt idx="1276">
                  <c:v>2018-02-28</c:v>
                </c:pt>
                <c:pt idx="1277">
                  <c:v>2018-03-01</c:v>
                </c:pt>
                <c:pt idx="1278">
                  <c:v>2018-03-02</c:v>
                </c:pt>
                <c:pt idx="1279">
                  <c:v>2018-03-03</c:v>
                </c:pt>
                <c:pt idx="1280">
                  <c:v>2018-03-04</c:v>
                </c:pt>
                <c:pt idx="1281">
                  <c:v>2018-03-05</c:v>
                </c:pt>
                <c:pt idx="1282">
                  <c:v>2018-03-06</c:v>
                </c:pt>
                <c:pt idx="1283">
                  <c:v>2018-03-07</c:v>
                </c:pt>
                <c:pt idx="1284">
                  <c:v>2018-03-08</c:v>
                </c:pt>
                <c:pt idx="1285">
                  <c:v>2018-03-09</c:v>
                </c:pt>
                <c:pt idx="1286">
                  <c:v>2018-03-10</c:v>
                </c:pt>
                <c:pt idx="1287">
                  <c:v>2018-03-11</c:v>
                </c:pt>
                <c:pt idx="1288">
                  <c:v>2018-03-12</c:v>
                </c:pt>
                <c:pt idx="1289">
                  <c:v>2018-03-13</c:v>
                </c:pt>
                <c:pt idx="1290">
                  <c:v>2018-03-14</c:v>
                </c:pt>
                <c:pt idx="1291">
                  <c:v>2018-03-15</c:v>
                </c:pt>
                <c:pt idx="1292">
                  <c:v>2018-03-16</c:v>
                </c:pt>
                <c:pt idx="1293">
                  <c:v>2018-03-17</c:v>
                </c:pt>
                <c:pt idx="1294">
                  <c:v>2018-03-18</c:v>
                </c:pt>
                <c:pt idx="1295">
                  <c:v>2018-03-19</c:v>
                </c:pt>
                <c:pt idx="1296">
                  <c:v>2018-03-20</c:v>
                </c:pt>
                <c:pt idx="1297">
                  <c:v>2018-03-21</c:v>
                </c:pt>
                <c:pt idx="1298">
                  <c:v>2018-03-22</c:v>
                </c:pt>
                <c:pt idx="1299">
                  <c:v>2018-03-23</c:v>
                </c:pt>
                <c:pt idx="1300">
                  <c:v>2018-03-24</c:v>
                </c:pt>
                <c:pt idx="1301">
                  <c:v>2018-03-25</c:v>
                </c:pt>
                <c:pt idx="1302">
                  <c:v>2018-03-26</c:v>
                </c:pt>
                <c:pt idx="1303">
                  <c:v>2018-03-27</c:v>
                </c:pt>
                <c:pt idx="1304">
                  <c:v>2018-03-28</c:v>
                </c:pt>
                <c:pt idx="1305">
                  <c:v>2018-03-29</c:v>
                </c:pt>
                <c:pt idx="1306">
                  <c:v>2018-03-30</c:v>
                </c:pt>
                <c:pt idx="1307">
                  <c:v>2018-03-31</c:v>
                </c:pt>
                <c:pt idx="1308">
                  <c:v>2018-04-01</c:v>
                </c:pt>
                <c:pt idx="1309">
                  <c:v>2018-04-02</c:v>
                </c:pt>
                <c:pt idx="1310">
                  <c:v>2018-04-03</c:v>
                </c:pt>
                <c:pt idx="1311">
                  <c:v>2018-04-04</c:v>
                </c:pt>
                <c:pt idx="1312">
                  <c:v>2018-04-05</c:v>
                </c:pt>
                <c:pt idx="1313">
                  <c:v>2018-04-06</c:v>
                </c:pt>
                <c:pt idx="1314">
                  <c:v>2018-04-07</c:v>
                </c:pt>
                <c:pt idx="1315">
                  <c:v>2018-04-08</c:v>
                </c:pt>
                <c:pt idx="1316">
                  <c:v>2018-04-09</c:v>
                </c:pt>
                <c:pt idx="1317">
                  <c:v>2018-04-10</c:v>
                </c:pt>
                <c:pt idx="1318">
                  <c:v>2018-04-11</c:v>
                </c:pt>
                <c:pt idx="1319">
                  <c:v>2018-04-12</c:v>
                </c:pt>
                <c:pt idx="1320">
                  <c:v>2018-04-13</c:v>
                </c:pt>
                <c:pt idx="1321">
                  <c:v>2018-04-14</c:v>
                </c:pt>
                <c:pt idx="1322">
                  <c:v>2018-04-15</c:v>
                </c:pt>
                <c:pt idx="1323">
                  <c:v>2018-04-16</c:v>
                </c:pt>
                <c:pt idx="1324">
                  <c:v>2018-04-17</c:v>
                </c:pt>
                <c:pt idx="1325">
                  <c:v>2018-04-18</c:v>
                </c:pt>
                <c:pt idx="1326">
                  <c:v>2018-04-19</c:v>
                </c:pt>
                <c:pt idx="1327">
                  <c:v>2018-04-20</c:v>
                </c:pt>
                <c:pt idx="1328">
                  <c:v>2018-04-21</c:v>
                </c:pt>
                <c:pt idx="1329">
                  <c:v>2018-04-22</c:v>
                </c:pt>
                <c:pt idx="1330">
                  <c:v>2018-04-23</c:v>
                </c:pt>
                <c:pt idx="1331">
                  <c:v>2018-04-24</c:v>
                </c:pt>
                <c:pt idx="1332">
                  <c:v>2018-04-25</c:v>
                </c:pt>
                <c:pt idx="1333">
                  <c:v>2018-04-26</c:v>
                </c:pt>
                <c:pt idx="1334">
                  <c:v>2018-04-27</c:v>
                </c:pt>
                <c:pt idx="1335">
                  <c:v>2018-04-28</c:v>
                </c:pt>
                <c:pt idx="1336">
                  <c:v>2018-04-29</c:v>
                </c:pt>
                <c:pt idx="1337">
                  <c:v>2018-04-30</c:v>
                </c:pt>
                <c:pt idx="1338">
                  <c:v>2018-05-01</c:v>
                </c:pt>
                <c:pt idx="1339">
                  <c:v>2018-05-02</c:v>
                </c:pt>
                <c:pt idx="1340">
                  <c:v>2018-05-03</c:v>
                </c:pt>
                <c:pt idx="1341">
                  <c:v>2018-05-04</c:v>
                </c:pt>
                <c:pt idx="1342">
                  <c:v>2018-05-05</c:v>
                </c:pt>
                <c:pt idx="1343">
                  <c:v>2018-05-06</c:v>
                </c:pt>
                <c:pt idx="1344">
                  <c:v>2018-05-07</c:v>
                </c:pt>
                <c:pt idx="1345">
                  <c:v>2018-05-08</c:v>
                </c:pt>
                <c:pt idx="1346">
                  <c:v>2018-05-09</c:v>
                </c:pt>
                <c:pt idx="1347">
                  <c:v>2018-05-10</c:v>
                </c:pt>
                <c:pt idx="1348">
                  <c:v>2018-05-11</c:v>
                </c:pt>
                <c:pt idx="1349">
                  <c:v>2018-05-12</c:v>
                </c:pt>
                <c:pt idx="1350">
                  <c:v>2018-05-13</c:v>
                </c:pt>
                <c:pt idx="1351">
                  <c:v>2018-05-14</c:v>
                </c:pt>
                <c:pt idx="1352">
                  <c:v>2018-05-15</c:v>
                </c:pt>
                <c:pt idx="1353">
                  <c:v>2018-05-16</c:v>
                </c:pt>
                <c:pt idx="1354">
                  <c:v>2018-05-17</c:v>
                </c:pt>
                <c:pt idx="1355">
                  <c:v>2018-05-18</c:v>
                </c:pt>
                <c:pt idx="1356">
                  <c:v>2018-05-19</c:v>
                </c:pt>
                <c:pt idx="1357">
                  <c:v>2018-05-20</c:v>
                </c:pt>
                <c:pt idx="1358">
                  <c:v>2018-05-21</c:v>
                </c:pt>
                <c:pt idx="1359">
                  <c:v>2018-05-22</c:v>
                </c:pt>
                <c:pt idx="1360">
                  <c:v>2018-05-23</c:v>
                </c:pt>
                <c:pt idx="1361">
                  <c:v>2018-05-24</c:v>
                </c:pt>
                <c:pt idx="1362">
                  <c:v>2018-05-25</c:v>
                </c:pt>
                <c:pt idx="1363">
                  <c:v>2018-05-26</c:v>
                </c:pt>
                <c:pt idx="1364">
                  <c:v>2018-05-27</c:v>
                </c:pt>
                <c:pt idx="1365">
                  <c:v>2018-05-28</c:v>
                </c:pt>
                <c:pt idx="1366">
                  <c:v>2018-05-29</c:v>
                </c:pt>
                <c:pt idx="1367">
                  <c:v>2018-05-30</c:v>
                </c:pt>
                <c:pt idx="1368">
                  <c:v>2018-05-31</c:v>
                </c:pt>
                <c:pt idx="1369">
                  <c:v>2018-06-01</c:v>
                </c:pt>
                <c:pt idx="1370">
                  <c:v>2018-06-02</c:v>
                </c:pt>
                <c:pt idx="1371">
                  <c:v>2018-06-03</c:v>
                </c:pt>
                <c:pt idx="1372">
                  <c:v>2018-06-04</c:v>
                </c:pt>
                <c:pt idx="1373">
                  <c:v>2018-06-05</c:v>
                </c:pt>
                <c:pt idx="1374">
                  <c:v>2018-06-06</c:v>
                </c:pt>
                <c:pt idx="1375">
                  <c:v>2018-06-07</c:v>
                </c:pt>
                <c:pt idx="1376">
                  <c:v>2018-06-08</c:v>
                </c:pt>
                <c:pt idx="1377">
                  <c:v>2018-06-09</c:v>
                </c:pt>
                <c:pt idx="1378">
                  <c:v>2018-06-10</c:v>
                </c:pt>
                <c:pt idx="1379">
                  <c:v>2018-06-11</c:v>
                </c:pt>
                <c:pt idx="1380">
                  <c:v>2018-06-12</c:v>
                </c:pt>
                <c:pt idx="1381">
                  <c:v>2018-06-13</c:v>
                </c:pt>
                <c:pt idx="1382">
                  <c:v>2018-06-14</c:v>
                </c:pt>
                <c:pt idx="1383">
                  <c:v>2018-06-15</c:v>
                </c:pt>
                <c:pt idx="1384">
                  <c:v>2018-06-16</c:v>
                </c:pt>
                <c:pt idx="1385">
                  <c:v>2018-06-17</c:v>
                </c:pt>
                <c:pt idx="1386">
                  <c:v>2018-06-18</c:v>
                </c:pt>
                <c:pt idx="1387">
                  <c:v>2018-06-19</c:v>
                </c:pt>
                <c:pt idx="1388">
                  <c:v>2018-06-20</c:v>
                </c:pt>
                <c:pt idx="1389">
                  <c:v>2018-06-21</c:v>
                </c:pt>
                <c:pt idx="1390">
                  <c:v>2018-06-22</c:v>
                </c:pt>
                <c:pt idx="1391">
                  <c:v>2018-06-23</c:v>
                </c:pt>
                <c:pt idx="1392">
                  <c:v>2018-06-24</c:v>
                </c:pt>
                <c:pt idx="1393">
                  <c:v>2018-06-25</c:v>
                </c:pt>
                <c:pt idx="1394">
                  <c:v>2018-06-26</c:v>
                </c:pt>
                <c:pt idx="1395">
                  <c:v>2018-06-27</c:v>
                </c:pt>
                <c:pt idx="1396">
                  <c:v>2018-06-28</c:v>
                </c:pt>
                <c:pt idx="1397">
                  <c:v>2018-06-29</c:v>
                </c:pt>
                <c:pt idx="1398">
                  <c:v>2018-06-30</c:v>
                </c:pt>
                <c:pt idx="1399">
                  <c:v>2018-07-01</c:v>
                </c:pt>
                <c:pt idx="1400">
                  <c:v>2018-07-02</c:v>
                </c:pt>
                <c:pt idx="1401">
                  <c:v>2018-07-03</c:v>
                </c:pt>
                <c:pt idx="1402">
                  <c:v>2018-07-04</c:v>
                </c:pt>
                <c:pt idx="1403">
                  <c:v>2018-07-05</c:v>
                </c:pt>
                <c:pt idx="1404">
                  <c:v>2018-07-06</c:v>
                </c:pt>
                <c:pt idx="1405">
                  <c:v>2018-07-07</c:v>
                </c:pt>
                <c:pt idx="1406">
                  <c:v>2018-07-08</c:v>
                </c:pt>
                <c:pt idx="1407">
                  <c:v>2018-07-09</c:v>
                </c:pt>
                <c:pt idx="1408">
                  <c:v>2018-07-10</c:v>
                </c:pt>
                <c:pt idx="1409">
                  <c:v>2018-07-11</c:v>
                </c:pt>
                <c:pt idx="1410">
                  <c:v>2018-07-12</c:v>
                </c:pt>
                <c:pt idx="1411">
                  <c:v>2018-07-13</c:v>
                </c:pt>
                <c:pt idx="1412">
                  <c:v>2018-07-14</c:v>
                </c:pt>
                <c:pt idx="1413">
                  <c:v>2018-07-15</c:v>
                </c:pt>
                <c:pt idx="1414">
                  <c:v>2018-07-16</c:v>
                </c:pt>
                <c:pt idx="1415">
                  <c:v>2018-07-17</c:v>
                </c:pt>
                <c:pt idx="1416">
                  <c:v>2018-07-18</c:v>
                </c:pt>
                <c:pt idx="1417">
                  <c:v>2018-07-19</c:v>
                </c:pt>
                <c:pt idx="1418">
                  <c:v>2018-07-20</c:v>
                </c:pt>
                <c:pt idx="1419">
                  <c:v>2018-07-21</c:v>
                </c:pt>
                <c:pt idx="1420">
                  <c:v>2018-07-22</c:v>
                </c:pt>
                <c:pt idx="1421">
                  <c:v>2018-07-23</c:v>
                </c:pt>
                <c:pt idx="1422">
                  <c:v>2018-07-24</c:v>
                </c:pt>
                <c:pt idx="1423">
                  <c:v>2018-07-25</c:v>
                </c:pt>
                <c:pt idx="1424">
                  <c:v>2018-07-26</c:v>
                </c:pt>
                <c:pt idx="1425">
                  <c:v>2018-07-27</c:v>
                </c:pt>
                <c:pt idx="1426">
                  <c:v>2018-07-28</c:v>
                </c:pt>
                <c:pt idx="1427">
                  <c:v>2018-07-29</c:v>
                </c:pt>
                <c:pt idx="1428">
                  <c:v>2018-07-30</c:v>
                </c:pt>
                <c:pt idx="1429">
                  <c:v>2018-07-31</c:v>
                </c:pt>
                <c:pt idx="1430">
                  <c:v>2018-08-01</c:v>
                </c:pt>
                <c:pt idx="1431">
                  <c:v>2018-08-02</c:v>
                </c:pt>
                <c:pt idx="1432">
                  <c:v>2018-08-03</c:v>
                </c:pt>
                <c:pt idx="1433">
                  <c:v>2018-08-04</c:v>
                </c:pt>
                <c:pt idx="1434">
                  <c:v>2018-08-05</c:v>
                </c:pt>
                <c:pt idx="1435">
                  <c:v>2018-08-06</c:v>
                </c:pt>
                <c:pt idx="1436">
                  <c:v>2018-08-07</c:v>
                </c:pt>
                <c:pt idx="1437">
                  <c:v>2018-08-08</c:v>
                </c:pt>
                <c:pt idx="1438">
                  <c:v>2018-08-09</c:v>
                </c:pt>
                <c:pt idx="1439">
                  <c:v>2018-08-10</c:v>
                </c:pt>
                <c:pt idx="1440">
                  <c:v>2018-08-11</c:v>
                </c:pt>
                <c:pt idx="1441">
                  <c:v>2018-08-12</c:v>
                </c:pt>
                <c:pt idx="1442">
                  <c:v>2018-08-13</c:v>
                </c:pt>
                <c:pt idx="1443">
                  <c:v>2018-08-14</c:v>
                </c:pt>
                <c:pt idx="1444">
                  <c:v>2018-08-15</c:v>
                </c:pt>
                <c:pt idx="1445">
                  <c:v>2018-08-16</c:v>
                </c:pt>
                <c:pt idx="1446">
                  <c:v>2018-08-17</c:v>
                </c:pt>
                <c:pt idx="1447">
                  <c:v>2018-08-18</c:v>
                </c:pt>
                <c:pt idx="1448">
                  <c:v>2018-08-19</c:v>
                </c:pt>
                <c:pt idx="1449">
                  <c:v>2018-08-20</c:v>
                </c:pt>
                <c:pt idx="1450">
                  <c:v>2018-08-21</c:v>
                </c:pt>
                <c:pt idx="1451">
                  <c:v>2018-08-22</c:v>
                </c:pt>
                <c:pt idx="1452">
                  <c:v>2018-08-23</c:v>
                </c:pt>
                <c:pt idx="1453">
                  <c:v>2018-08-24</c:v>
                </c:pt>
                <c:pt idx="1454">
                  <c:v>2018-08-25</c:v>
                </c:pt>
                <c:pt idx="1455">
                  <c:v>2018-08-26</c:v>
                </c:pt>
                <c:pt idx="1456">
                  <c:v>2018-08-27</c:v>
                </c:pt>
                <c:pt idx="1457">
                  <c:v>2018-08-28</c:v>
                </c:pt>
                <c:pt idx="1458">
                  <c:v>2018-08-29</c:v>
                </c:pt>
                <c:pt idx="1459">
                  <c:v>2018-08-30</c:v>
                </c:pt>
                <c:pt idx="1460">
                  <c:v>2018-08-31</c:v>
                </c:pt>
                <c:pt idx="1461">
                  <c:v>2018-09-01</c:v>
                </c:pt>
                <c:pt idx="1462">
                  <c:v>2018-09-02</c:v>
                </c:pt>
                <c:pt idx="1463">
                  <c:v>2018-09-03</c:v>
                </c:pt>
                <c:pt idx="1464">
                  <c:v>2018-09-04</c:v>
                </c:pt>
                <c:pt idx="1465">
                  <c:v>2018-09-05</c:v>
                </c:pt>
                <c:pt idx="1466">
                  <c:v>2018-09-06</c:v>
                </c:pt>
                <c:pt idx="1467">
                  <c:v>2018-09-07</c:v>
                </c:pt>
                <c:pt idx="1468">
                  <c:v>2018-09-08</c:v>
                </c:pt>
                <c:pt idx="1469">
                  <c:v>2018-09-09</c:v>
                </c:pt>
                <c:pt idx="1470">
                  <c:v>2018-09-10</c:v>
                </c:pt>
                <c:pt idx="1471">
                  <c:v>2018-09-11</c:v>
                </c:pt>
                <c:pt idx="1472">
                  <c:v>2018-09-12</c:v>
                </c:pt>
                <c:pt idx="1473">
                  <c:v>2018-09-13</c:v>
                </c:pt>
                <c:pt idx="1474">
                  <c:v>2018-09-14</c:v>
                </c:pt>
                <c:pt idx="1475">
                  <c:v>2018-09-15</c:v>
                </c:pt>
                <c:pt idx="1476">
                  <c:v>2018-09-16</c:v>
                </c:pt>
                <c:pt idx="1477">
                  <c:v>2018-09-17</c:v>
                </c:pt>
                <c:pt idx="1478">
                  <c:v>2018-09-18</c:v>
                </c:pt>
                <c:pt idx="1479">
                  <c:v>2018-09-19</c:v>
                </c:pt>
                <c:pt idx="1480">
                  <c:v>2018-09-20</c:v>
                </c:pt>
                <c:pt idx="1481">
                  <c:v>2018-09-21</c:v>
                </c:pt>
                <c:pt idx="1482">
                  <c:v>2018-09-22</c:v>
                </c:pt>
                <c:pt idx="1483">
                  <c:v>2018-09-23</c:v>
                </c:pt>
                <c:pt idx="1484">
                  <c:v>2018-09-24</c:v>
                </c:pt>
                <c:pt idx="1485">
                  <c:v>2018-09-25</c:v>
                </c:pt>
                <c:pt idx="1486">
                  <c:v>2018-09-26</c:v>
                </c:pt>
                <c:pt idx="1487">
                  <c:v>2018-09-27</c:v>
                </c:pt>
                <c:pt idx="1488">
                  <c:v>2018-09-28</c:v>
                </c:pt>
                <c:pt idx="1489">
                  <c:v>2018-09-29</c:v>
                </c:pt>
                <c:pt idx="1490">
                  <c:v>2018-09-30</c:v>
                </c:pt>
                <c:pt idx="1491">
                  <c:v>2018-10-01</c:v>
                </c:pt>
                <c:pt idx="1492">
                  <c:v>2018-10-02</c:v>
                </c:pt>
                <c:pt idx="1493">
                  <c:v>2018-10-03</c:v>
                </c:pt>
                <c:pt idx="1494">
                  <c:v>2018-10-04</c:v>
                </c:pt>
                <c:pt idx="1495">
                  <c:v>2018-10-05</c:v>
                </c:pt>
                <c:pt idx="1496">
                  <c:v>2018-10-06</c:v>
                </c:pt>
                <c:pt idx="1497">
                  <c:v>2018-10-07</c:v>
                </c:pt>
                <c:pt idx="1498">
                  <c:v>2018-10-08</c:v>
                </c:pt>
                <c:pt idx="1499">
                  <c:v>2018-10-09</c:v>
                </c:pt>
                <c:pt idx="1500">
                  <c:v>2018-10-10</c:v>
                </c:pt>
                <c:pt idx="1501">
                  <c:v>2018-10-11</c:v>
                </c:pt>
                <c:pt idx="1502">
                  <c:v>2018-10-12</c:v>
                </c:pt>
                <c:pt idx="1503">
                  <c:v>2018-10-13</c:v>
                </c:pt>
                <c:pt idx="1504">
                  <c:v>2018-10-14</c:v>
                </c:pt>
                <c:pt idx="1505">
                  <c:v>2018-10-15</c:v>
                </c:pt>
                <c:pt idx="1506">
                  <c:v>2018-10-16</c:v>
                </c:pt>
                <c:pt idx="1507">
                  <c:v>2018-10-17</c:v>
                </c:pt>
                <c:pt idx="1508">
                  <c:v>2018-10-18</c:v>
                </c:pt>
                <c:pt idx="1509">
                  <c:v>2018-10-19</c:v>
                </c:pt>
                <c:pt idx="1510">
                  <c:v>2018-10-20</c:v>
                </c:pt>
                <c:pt idx="1511">
                  <c:v>2018-10-21</c:v>
                </c:pt>
                <c:pt idx="1512">
                  <c:v>2018-10-22</c:v>
                </c:pt>
                <c:pt idx="1513">
                  <c:v>2018-10-23</c:v>
                </c:pt>
                <c:pt idx="1514">
                  <c:v>2018-10-24</c:v>
                </c:pt>
                <c:pt idx="1515">
                  <c:v>2018-10-25</c:v>
                </c:pt>
                <c:pt idx="1516">
                  <c:v>2018-10-26</c:v>
                </c:pt>
                <c:pt idx="1517">
                  <c:v>2018-10-27</c:v>
                </c:pt>
                <c:pt idx="1518">
                  <c:v>2018-10-28</c:v>
                </c:pt>
                <c:pt idx="1519">
                  <c:v>2018-10-29</c:v>
                </c:pt>
                <c:pt idx="1520">
                  <c:v>2018-10-30</c:v>
                </c:pt>
                <c:pt idx="1521">
                  <c:v>2018-10-31</c:v>
                </c:pt>
                <c:pt idx="1522">
                  <c:v>2018-11-01</c:v>
                </c:pt>
                <c:pt idx="1523">
                  <c:v>2018-11-02</c:v>
                </c:pt>
                <c:pt idx="1524">
                  <c:v>2018-11-03</c:v>
                </c:pt>
                <c:pt idx="1525">
                  <c:v>2018-11-04</c:v>
                </c:pt>
                <c:pt idx="1526">
                  <c:v>2018-11-05</c:v>
                </c:pt>
                <c:pt idx="1527">
                  <c:v>2018-11-06</c:v>
                </c:pt>
                <c:pt idx="1528">
                  <c:v>2018-11-07</c:v>
                </c:pt>
                <c:pt idx="1529">
                  <c:v>2018-11-08</c:v>
                </c:pt>
                <c:pt idx="1530">
                  <c:v>2018-11-09</c:v>
                </c:pt>
                <c:pt idx="1531">
                  <c:v>2018-11-10</c:v>
                </c:pt>
                <c:pt idx="1532">
                  <c:v>2018-11-11</c:v>
                </c:pt>
                <c:pt idx="1533">
                  <c:v>2018-11-12</c:v>
                </c:pt>
                <c:pt idx="1534">
                  <c:v>2018-11-13</c:v>
                </c:pt>
                <c:pt idx="1535">
                  <c:v>2018-11-14</c:v>
                </c:pt>
                <c:pt idx="1536">
                  <c:v>2018-11-15</c:v>
                </c:pt>
                <c:pt idx="1537">
                  <c:v>2018-11-16</c:v>
                </c:pt>
                <c:pt idx="1538">
                  <c:v>2018-11-17</c:v>
                </c:pt>
                <c:pt idx="1539">
                  <c:v>2018-11-18</c:v>
                </c:pt>
                <c:pt idx="1540">
                  <c:v>2018-11-19</c:v>
                </c:pt>
                <c:pt idx="1541">
                  <c:v>2018-11-20</c:v>
                </c:pt>
                <c:pt idx="1542">
                  <c:v>2018-11-21</c:v>
                </c:pt>
                <c:pt idx="1543">
                  <c:v>2018-11-22</c:v>
                </c:pt>
                <c:pt idx="1544">
                  <c:v>2018-11-23</c:v>
                </c:pt>
                <c:pt idx="1545">
                  <c:v>2018-11-24</c:v>
                </c:pt>
                <c:pt idx="1546">
                  <c:v>2018-11-25</c:v>
                </c:pt>
                <c:pt idx="1547">
                  <c:v>2018-11-26</c:v>
                </c:pt>
                <c:pt idx="1548">
                  <c:v>2018-11-27</c:v>
                </c:pt>
                <c:pt idx="1549">
                  <c:v>2018-11-28</c:v>
                </c:pt>
                <c:pt idx="1550">
                  <c:v>2018-11-29</c:v>
                </c:pt>
                <c:pt idx="1551">
                  <c:v>2018-11-30</c:v>
                </c:pt>
                <c:pt idx="1552">
                  <c:v>2018-12-01</c:v>
                </c:pt>
                <c:pt idx="1553">
                  <c:v>2018-12-02</c:v>
                </c:pt>
                <c:pt idx="1554">
                  <c:v>2018-12-03</c:v>
                </c:pt>
                <c:pt idx="1555">
                  <c:v>2018-12-04</c:v>
                </c:pt>
                <c:pt idx="1556">
                  <c:v>2018-12-05</c:v>
                </c:pt>
                <c:pt idx="1557">
                  <c:v>2018-12-06</c:v>
                </c:pt>
                <c:pt idx="1558">
                  <c:v>2018-12-07</c:v>
                </c:pt>
                <c:pt idx="1559">
                  <c:v>2018-12-08</c:v>
                </c:pt>
                <c:pt idx="1560">
                  <c:v>2018-12-09</c:v>
                </c:pt>
                <c:pt idx="1561">
                  <c:v>2018-12-10</c:v>
                </c:pt>
                <c:pt idx="1562">
                  <c:v>2018-12-11</c:v>
                </c:pt>
                <c:pt idx="1563">
                  <c:v>2018-12-12</c:v>
                </c:pt>
                <c:pt idx="1564">
                  <c:v>2018-12-13</c:v>
                </c:pt>
                <c:pt idx="1565">
                  <c:v>2018-12-14</c:v>
                </c:pt>
                <c:pt idx="1566">
                  <c:v>2018-12-15</c:v>
                </c:pt>
                <c:pt idx="1567">
                  <c:v>2018-12-16</c:v>
                </c:pt>
                <c:pt idx="1568">
                  <c:v>2018-12-17</c:v>
                </c:pt>
                <c:pt idx="1569">
                  <c:v>2018-12-18</c:v>
                </c:pt>
                <c:pt idx="1570">
                  <c:v>2018-12-19</c:v>
                </c:pt>
                <c:pt idx="1571">
                  <c:v>2018-12-20</c:v>
                </c:pt>
                <c:pt idx="1572">
                  <c:v>2018-12-21</c:v>
                </c:pt>
                <c:pt idx="1573">
                  <c:v>2018-12-22</c:v>
                </c:pt>
                <c:pt idx="1574">
                  <c:v>2018-12-23</c:v>
                </c:pt>
                <c:pt idx="1575">
                  <c:v>2018-12-24</c:v>
                </c:pt>
                <c:pt idx="1576">
                  <c:v>2018-12-25</c:v>
                </c:pt>
                <c:pt idx="1577">
                  <c:v>2018-12-26</c:v>
                </c:pt>
                <c:pt idx="1578">
                  <c:v>2018-12-27</c:v>
                </c:pt>
                <c:pt idx="1579">
                  <c:v>2018-12-28</c:v>
                </c:pt>
                <c:pt idx="1580">
                  <c:v>2018-12-29</c:v>
                </c:pt>
                <c:pt idx="1581">
                  <c:v>2018-12-30</c:v>
                </c:pt>
                <c:pt idx="1582">
                  <c:v>2018-12-31</c:v>
                </c:pt>
                <c:pt idx="1583">
                  <c:v>2019-01-01</c:v>
                </c:pt>
                <c:pt idx="1584">
                  <c:v>2019-01-02</c:v>
                </c:pt>
                <c:pt idx="1585">
                  <c:v>2019-01-03</c:v>
                </c:pt>
                <c:pt idx="1586">
                  <c:v>2019-01-04</c:v>
                </c:pt>
                <c:pt idx="1587">
                  <c:v>2019-01-05</c:v>
                </c:pt>
                <c:pt idx="1588">
                  <c:v>2019-01-06</c:v>
                </c:pt>
                <c:pt idx="1589">
                  <c:v>2019-01-07</c:v>
                </c:pt>
                <c:pt idx="1590">
                  <c:v>2019-01-08</c:v>
                </c:pt>
                <c:pt idx="1591">
                  <c:v>2019-01-09</c:v>
                </c:pt>
                <c:pt idx="1592">
                  <c:v>2019-01-10</c:v>
                </c:pt>
                <c:pt idx="1593">
                  <c:v>2019-01-11</c:v>
                </c:pt>
                <c:pt idx="1594">
                  <c:v>2019-01-12</c:v>
                </c:pt>
                <c:pt idx="1595">
                  <c:v>2019-01-13</c:v>
                </c:pt>
                <c:pt idx="1596">
                  <c:v>2019-01-14</c:v>
                </c:pt>
                <c:pt idx="1597">
                  <c:v>2019-01-15</c:v>
                </c:pt>
                <c:pt idx="1598">
                  <c:v>2019-01-16</c:v>
                </c:pt>
                <c:pt idx="1599">
                  <c:v>2019-01-17</c:v>
                </c:pt>
                <c:pt idx="1600">
                  <c:v>2019-01-18</c:v>
                </c:pt>
                <c:pt idx="1601">
                  <c:v>2019-01-19</c:v>
                </c:pt>
                <c:pt idx="1602">
                  <c:v>2019-01-20</c:v>
                </c:pt>
                <c:pt idx="1603">
                  <c:v>2019-01-21</c:v>
                </c:pt>
                <c:pt idx="1604">
                  <c:v>2019-01-22</c:v>
                </c:pt>
                <c:pt idx="1605">
                  <c:v>2019-01-23</c:v>
                </c:pt>
                <c:pt idx="1606">
                  <c:v>2019-01-24</c:v>
                </c:pt>
                <c:pt idx="1607">
                  <c:v>2019-01-25</c:v>
                </c:pt>
                <c:pt idx="1608">
                  <c:v>2019-01-26</c:v>
                </c:pt>
                <c:pt idx="1609">
                  <c:v>2019-01-27</c:v>
                </c:pt>
                <c:pt idx="1610">
                  <c:v>2019-01-28</c:v>
                </c:pt>
                <c:pt idx="1611">
                  <c:v>2019-01-29</c:v>
                </c:pt>
                <c:pt idx="1612">
                  <c:v>2019-01-30</c:v>
                </c:pt>
                <c:pt idx="1613">
                  <c:v>2019-01-31</c:v>
                </c:pt>
                <c:pt idx="1614">
                  <c:v>2019-02-01</c:v>
                </c:pt>
                <c:pt idx="1615">
                  <c:v>2019-02-02</c:v>
                </c:pt>
                <c:pt idx="1616">
                  <c:v>2019-02-03</c:v>
                </c:pt>
                <c:pt idx="1617">
                  <c:v>2019-02-04</c:v>
                </c:pt>
                <c:pt idx="1618">
                  <c:v>2019-02-05</c:v>
                </c:pt>
                <c:pt idx="1619">
                  <c:v>2019-02-06</c:v>
                </c:pt>
                <c:pt idx="1620">
                  <c:v>2019-02-07</c:v>
                </c:pt>
                <c:pt idx="1621">
                  <c:v>2019-02-08</c:v>
                </c:pt>
                <c:pt idx="1622">
                  <c:v>2019-02-09</c:v>
                </c:pt>
                <c:pt idx="1623">
                  <c:v>2019-02-10</c:v>
                </c:pt>
                <c:pt idx="1624">
                  <c:v>2019-02-11</c:v>
                </c:pt>
                <c:pt idx="1625">
                  <c:v>2019-02-12</c:v>
                </c:pt>
                <c:pt idx="1626">
                  <c:v>2019-02-13</c:v>
                </c:pt>
                <c:pt idx="1627">
                  <c:v>2019-02-14</c:v>
                </c:pt>
                <c:pt idx="1628">
                  <c:v>2019-02-15</c:v>
                </c:pt>
                <c:pt idx="1629">
                  <c:v>2019-02-16</c:v>
                </c:pt>
                <c:pt idx="1630">
                  <c:v>2019-02-17</c:v>
                </c:pt>
                <c:pt idx="1631">
                  <c:v>2019-02-18</c:v>
                </c:pt>
                <c:pt idx="1632">
                  <c:v>2019-02-19</c:v>
                </c:pt>
                <c:pt idx="1633">
                  <c:v>2019-02-20</c:v>
                </c:pt>
                <c:pt idx="1634">
                  <c:v>2019-02-21</c:v>
                </c:pt>
                <c:pt idx="1635">
                  <c:v>2019-02-22</c:v>
                </c:pt>
                <c:pt idx="1636">
                  <c:v>2019-02-23</c:v>
                </c:pt>
                <c:pt idx="1637">
                  <c:v>2019-02-24</c:v>
                </c:pt>
                <c:pt idx="1638">
                  <c:v>2019-02-25</c:v>
                </c:pt>
                <c:pt idx="1639">
                  <c:v>2019-02-26</c:v>
                </c:pt>
                <c:pt idx="1640">
                  <c:v>2019-02-27</c:v>
                </c:pt>
                <c:pt idx="1641">
                  <c:v>2019-02-28</c:v>
                </c:pt>
                <c:pt idx="1642">
                  <c:v>2019-03-01</c:v>
                </c:pt>
                <c:pt idx="1643">
                  <c:v>2019-03-02</c:v>
                </c:pt>
                <c:pt idx="1644">
                  <c:v>2019-03-03</c:v>
                </c:pt>
                <c:pt idx="1645">
                  <c:v>2019-03-04</c:v>
                </c:pt>
                <c:pt idx="1646">
                  <c:v>2019-03-05</c:v>
                </c:pt>
                <c:pt idx="1647">
                  <c:v>2019-03-06</c:v>
                </c:pt>
                <c:pt idx="1648">
                  <c:v>2019-03-07</c:v>
                </c:pt>
                <c:pt idx="1649">
                  <c:v>2019-03-08</c:v>
                </c:pt>
                <c:pt idx="1650">
                  <c:v>2019-03-09</c:v>
                </c:pt>
                <c:pt idx="1651">
                  <c:v>2019-03-10</c:v>
                </c:pt>
                <c:pt idx="1652">
                  <c:v>2019-03-11</c:v>
                </c:pt>
                <c:pt idx="1653">
                  <c:v>2019-03-12</c:v>
                </c:pt>
                <c:pt idx="1654">
                  <c:v>2019-03-13</c:v>
                </c:pt>
                <c:pt idx="1655">
                  <c:v>2019-03-14</c:v>
                </c:pt>
                <c:pt idx="1656">
                  <c:v>2019-03-15</c:v>
                </c:pt>
                <c:pt idx="1657">
                  <c:v>2019-03-16</c:v>
                </c:pt>
                <c:pt idx="1658">
                  <c:v>2019-03-17</c:v>
                </c:pt>
                <c:pt idx="1659">
                  <c:v>2019-03-18</c:v>
                </c:pt>
                <c:pt idx="1660">
                  <c:v>2019-03-19</c:v>
                </c:pt>
                <c:pt idx="1661">
                  <c:v>2019-03-20</c:v>
                </c:pt>
                <c:pt idx="1662">
                  <c:v>2019-03-21</c:v>
                </c:pt>
                <c:pt idx="1663">
                  <c:v>2019-03-22</c:v>
                </c:pt>
                <c:pt idx="1664">
                  <c:v>2019-03-23</c:v>
                </c:pt>
                <c:pt idx="1665">
                  <c:v>2019-03-24</c:v>
                </c:pt>
                <c:pt idx="1666">
                  <c:v>2019-03-25</c:v>
                </c:pt>
                <c:pt idx="1667">
                  <c:v>2019-03-26</c:v>
                </c:pt>
                <c:pt idx="1668">
                  <c:v>2019-03-27</c:v>
                </c:pt>
                <c:pt idx="1669">
                  <c:v>2019-03-28</c:v>
                </c:pt>
                <c:pt idx="1670">
                  <c:v>2019-03-29</c:v>
                </c:pt>
                <c:pt idx="1671">
                  <c:v>2019-03-30</c:v>
                </c:pt>
                <c:pt idx="1672">
                  <c:v>2019-03-31</c:v>
                </c:pt>
                <c:pt idx="1673">
                  <c:v>2019-04-01</c:v>
                </c:pt>
                <c:pt idx="1674">
                  <c:v>2019-04-02</c:v>
                </c:pt>
                <c:pt idx="1675">
                  <c:v>2019-04-03</c:v>
                </c:pt>
                <c:pt idx="1676">
                  <c:v>2019-04-04</c:v>
                </c:pt>
                <c:pt idx="1677">
                  <c:v>2019-04-05</c:v>
                </c:pt>
                <c:pt idx="1678">
                  <c:v>2019-04-06</c:v>
                </c:pt>
                <c:pt idx="1679">
                  <c:v>2019-04-07</c:v>
                </c:pt>
                <c:pt idx="1680">
                  <c:v>2019-04-08</c:v>
                </c:pt>
                <c:pt idx="1681">
                  <c:v>2019-04-09</c:v>
                </c:pt>
                <c:pt idx="1682">
                  <c:v>2019-04-10</c:v>
                </c:pt>
                <c:pt idx="1683">
                  <c:v>2019-04-11</c:v>
                </c:pt>
                <c:pt idx="1684">
                  <c:v>2019-04-12</c:v>
                </c:pt>
                <c:pt idx="1685">
                  <c:v>2019-04-13</c:v>
                </c:pt>
                <c:pt idx="1686">
                  <c:v>2019-04-14</c:v>
                </c:pt>
                <c:pt idx="1687">
                  <c:v>2019-04-15</c:v>
                </c:pt>
                <c:pt idx="1688">
                  <c:v>2019-04-16</c:v>
                </c:pt>
                <c:pt idx="1689">
                  <c:v>2019-04-17</c:v>
                </c:pt>
                <c:pt idx="1690">
                  <c:v>2019-04-18</c:v>
                </c:pt>
                <c:pt idx="1691">
                  <c:v>2019-04-19</c:v>
                </c:pt>
                <c:pt idx="1692">
                  <c:v>2019-04-20</c:v>
                </c:pt>
                <c:pt idx="1693">
                  <c:v>2019-04-21</c:v>
                </c:pt>
                <c:pt idx="1694">
                  <c:v>2019-04-22</c:v>
                </c:pt>
                <c:pt idx="1695">
                  <c:v>2019-04-23</c:v>
                </c:pt>
                <c:pt idx="1696">
                  <c:v>2019-04-24</c:v>
                </c:pt>
                <c:pt idx="1697">
                  <c:v>2019-04-25</c:v>
                </c:pt>
                <c:pt idx="1698">
                  <c:v>2019-04-26</c:v>
                </c:pt>
                <c:pt idx="1699">
                  <c:v>2019-04-27</c:v>
                </c:pt>
                <c:pt idx="1700">
                  <c:v>2019-04-28</c:v>
                </c:pt>
                <c:pt idx="1701">
                  <c:v>2019-04-29</c:v>
                </c:pt>
                <c:pt idx="1702">
                  <c:v>2019-04-30</c:v>
                </c:pt>
                <c:pt idx="1703">
                  <c:v>2019-05-01</c:v>
                </c:pt>
                <c:pt idx="1704">
                  <c:v>2019-05-02</c:v>
                </c:pt>
                <c:pt idx="1705">
                  <c:v>2019-05-03</c:v>
                </c:pt>
                <c:pt idx="1706">
                  <c:v>2019-05-04</c:v>
                </c:pt>
                <c:pt idx="1707">
                  <c:v>2019-05-05</c:v>
                </c:pt>
                <c:pt idx="1708">
                  <c:v>2019-05-06</c:v>
                </c:pt>
                <c:pt idx="1709">
                  <c:v>2019-05-07</c:v>
                </c:pt>
                <c:pt idx="1710">
                  <c:v>2019-05-08</c:v>
                </c:pt>
                <c:pt idx="1711">
                  <c:v>2019-05-09</c:v>
                </c:pt>
                <c:pt idx="1712">
                  <c:v>2019-05-10</c:v>
                </c:pt>
                <c:pt idx="1713">
                  <c:v>2019-05-11</c:v>
                </c:pt>
                <c:pt idx="1714">
                  <c:v>2019-05-12</c:v>
                </c:pt>
                <c:pt idx="1715">
                  <c:v>2019-05-13</c:v>
                </c:pt>
                <c:pt idx="1716">
                  <c:v>2019-05-14</c:v>
                </c:pt>
                <c:pt idx="1717">
                  <c:v>2019-05-15</c:v>
                </c:pt>
                <c:pt idx="1718">
                  <c:v>2019-05-16</c:v>
                </c:pt>
                <c:pt idx="1719">
                  <c:v>2019-05-17</c:v>
                </c:pt>
                <c:pt idx="1720">
                  <c:v>2019-05-18</c:v>
                </c:pt>
                <c:pt idx="1721">
                  <c:v>2019-05-19</c:v>
                </c:pt>
                <c:pt idx="1722">
                  <c:v>2019-05-20</c:v>
                </c:pt>
                <c:pt idx="1723">
                  <c:v>2019-05-21</c:v>
                </c:pt>
                <c:pt idx="1724">
                  <c:v>2019-05-22</c:v>
                </c:pt>
                <c:pt idx="1725">
                  <c:v>2019-05-23</c:v>
                </c:pt>
                <c:pt idx="1726">
                  <c:v>2019-05-24</c:v>
                </c:pt>
                <c:pt idx="1727">
                  <c:v>2019-05-25</c:v>
                </c:pt>
                <c:pt idx="1728">
                  <c:v>2019-05-26</c:v>
                </c:pt>
                <c:pt idx="1729">
                  <c:v>2019-05-27</c:v>
                </c:pt>
                <c:pt idx="1730">
                  <c:v>2019-05-28</c:v>
                </c:pt>
                <c:pt idx="1731">
                  <c:v>2019-05-29</c:v>
                </c:pt>
                <c:pt idx="1732">
                  <c:v>2019-05-30</c:v>
                </c:pt>
                <c:pt idx="1733">
                  <c:v>2019-05-31</c:v>
                </c:pt>
                <c:pt idx="1734">
                  <c:v>2019-06-01</c:v>
                </c:pt>
                <c:pt idx="1735">
                  <c:v>2019-06-02</c:v>
                </c:pt>
                <c:pt idx="1736">
                  <c:v>2019-06-03</c:v>
                </c:pt>
                <c:pt idx="1737">
                  <c:v>2019-06-04</c:v>
                </c:pt>
                <c:pt idx="1738">
                  <c:v>2019-06-05</c:v>
                </c:pt>
                <c:pt idx="1739">
                  <c:v>2019-06-06</c:v>
                </c:pt>
                <c:pt idx="1740">
                  <c:v>2019-06-07</c:v>
                </c:pt>
                <c:pt idx="1741">
                  <c:v>2019-06-08</c:v>
                </c:pt>
                <c:pt idx="1742">
                  <c:v>2019-06-09</c:v>
                </c:pt>
                <c:pt idx="1743">
                  <c:v>2019-06-10</c:v>
                </c:pt>
                <c:pt idx="1744">
                  <c:v>2019-06-11</c:v>
                </c:pt>
                <c:pt idx="1745">
                  <c:v>2019-06-12</c:v>
                </c:pt>
                <c:pt idx="1746">
                  <c:v>2019-06-13</c:v>
                </c:pt>
                <c:pt idx="1747">
                  <c:v>2019-06-14</c:v>
                </c:pt>
                <c:pt idx="1748">
                  <c:v>2019-06-15</c:v>
                </c:pt>
                <c:pt idx="1749">
                  <c:v>2019-06-16</c:v>
                </c:pt>
                <c:pt idx="1750">
                  <c:v>2019-06-17</c:v>
                </c:pt>
                <c:pt idx="1751">
                  <c:v>2019-06-18</c:v>
                </c:pt>
                <c:pt idx="1752">
                  <c:v>2019-06-19</c:v>
                </c:pt>
                <c:pt idx="1753">
                  <c:v>2019-06-20</c:v>
                </c:pt>
                <c:pt idx="1754">
                  <c:v>2019-06-21</c:v>
                </c:pt>
                <c:pt idx="1755">
                  <c:v>2019-06-22</c:v>
                </c:pt>
                <c:pt idx="1756">
                  <c:v>2019-06-23</c:v>
                </c:pt>
                <c:pt idx="1757">
                  <c:v>2019-06-24</c:v>
                </c:pt>
                <c:pt idx="1758">
                  <c:v>2019-06-25</c:v>
                </c:pt>
                <c:pt idx="1759">
                  <c:v>2019-06-26</c:v>
                </c:pt>
                <c:pt idx="1760">
                  <c:v>2019-06-27</c:v>
                </c:pt>
                <c:pt idx="1761">
                  <c:v>2019-06-28</c:v>
                </c:pt>
                <c:pt idx="1762">
                  <c:v>2019-06-29</c:v>
                </c:pt>
                <c:pt idx="1763">
                  <c:v>2019-06-30</c:v>
                </c:pt>
              </c:strCache>
            </c:strRef>
          </c:cat>
          <c:val>
            <c:numRef>
              <c:f>Sheet1!$M$2:$M$1765</c:f>
              <c:numCache>
                <c:formatCode>General</c:formatCode>
                <c:ptCount val="1764"/>
                <c:pt idx="0">
                  <c:v>45.628398672506201</c:v>
                </c:pt>
                <c:pt idx="1">
                  <c:v>45.574077345012398</c:v>
                </c:pt>
                <c:pt idx="2">
                  <c:v>45.660441154752597</c:v>
                </c:pt>
                <c:pt idx="3">
                  <c:v>45.611799623404103</c:v>
                </c:pt>
                <c:pt idx="4">
                  <c:v>45.649109695648299</c:v>
                </c:pt>
                <c:pt idx="5">
                  <c:v>45.7243883681546</c:v>
                </c:pt>
                <c:pt idx="6">
                  <c:v>45.747827040660802</c:v>
                </c:pt>
                <c:pt idx="7">
                  <c:v>45.753985713166998</c:v>
                </c:pt>
                <c:pt idx="8">
                  <c:v>45.806374940935598</c:v>
                </c:pt>
                <c:pt idx="9">
                  <c:v>45.893324168704197</c:v>
                </c:pt>
                <c:pt idx="10">
                  <c:v>45.928433396472798</c:v>
                </c:pt>
                <c:pt idx="11">
                  <c:v>45.946262624241399</c:v>
                </c:pt>
                <c:pt idx="12">
                  <c:v>45.9640918520101</c:v>
                </c:pt>
                <c:pt idx="13">
                  <c:v>45.981921079778701</c:v>
                </c:pt>
                <c:pt idx="14">
                  <c:v>45.999750307547302</c:v>
                </c:pt>
                <c:pt idx="15">
                  <c:v>45.983019535315897</c:v>
                </c:pt>
                <c:pt idx="16">
                  <c:v>46.000848763084498</c:v>
                </c:pt>
                <c:pt idx="17">
                  <c:v>45.975477990853101</c:v>
                </c:pt>
                <c:pt idx="18">
                  <c:v>45.950107218621802</c:v>
                </c:pt>
                <c:pt idx="19">
                  <c:v>45.924736446390398</c:v>
                </c:pt>
                <c:pt idx="20">
                  <c:v>45.933925674158999</c:v>
                </c:pt>
                <c:pt idx="21">
                  <c:v>45.899914901927602</c:v>
                </c:pt>
                <c:pt idx="22">
                  <c:v>45.891824129696197</c:v>
                </c:pt>
                <c:pt idx="23">
                  <c:v>46.0534804320341</c:v>
                </c:pt>
                <c:pt idx="24">
                  <c:v>46.0880042417743</c:v>
                </c:pt>
                <c:pt idx="25">
                  <c:v>46.151234314018602</c:v>
                </c:pt>
                <c:pt idx="26">
                  <c:v>46.226512986524803</c:v>
                </c:pt>
                <c:pt idx="27">
                  <c:v>46.224031659030999</c:v>
                </c:pt>
                <c:pt idx="28">
                  <c:v>46.247470331537201</c:v>
                </c:pt>
                <c:pt idx="29">
                  <c:v>46.236349004043397</c:v>
                </c:pt>
                <c:pt idx="30">
                  <c:v>46.182908207664603</c:v>
                </c:pt>
                <c:pt idx="31">
                  <c:v>46.180191840898097</c:v>
                </c:pt>
                <c:pt idx="32">
                  <c:v>46.169961831558702</c:v>
                </c:pt>
                <c:pt idx="33">
                  <c:v>46.167368947147402</c:v>
                </c:pt>
                <c:pt idx="34">
                  <c:v>46.164652580380903</c:v>
                </c:pt>
                <c:pt idx="35">
                  <c:v>46.160731618977202</c:v>
                </c:pt>
                <c:pt idx="36">
                  <c:v>46.158138734565803</c:v>
                </c:pt>
                <c:pt idx="37">
                  <c:v>46.155545850154503</c:v>
                </c:pt>
                <c:pt idx="38">
                  <c:v>46.151624888750803</c:v>
                </c:pt>
                <c:pt idx="39">
                  <c:v>45.563269852667098</c:v>
                </c:pt>
                <c:pt idx="40">
                  <c:v>45.576628891263397</c:v>
                </c:pt>
                <c:pt idx="41">
                  <c:v>45.5731045014603</c:v>
                </c:pt>
                <c:pt idx="42">
                  <c:v>45.570511617049</c:v>
                </c:pt>
                <c:pt idx="43">
                  <c:v>45.567918732637601</c:v>
                </c:pt>
                <c:pt idx="44">
                  <c:v>44.979563696553903</c:v>
                </c:pt>
                <c:pt idx="45">
                  <c:v>45.012533687214599</c:v>
                </c:pt>
                <c:pt idx="46">
                  <c:v>45.0099408028032</c:v>
                </c:pt>
                <c:pt idx="47">
                  <c:v>44.991070793463898</c:v>
                </c:pt>
                <c:pt idx="48">
                  <c:v>44.988477909052499</c:v>
                </c:pt>
                <c:pt idx="49">
                  <c:v>44.996282872968798</c:v>
                </c:pt>
                <c:pt idx="50">
                  <c:v>46.2050478368851</c:v>
                </c:pt>
                <c:pt idx="51">
                  <c:v>48.225972800801401</c:v>
                </c:pt>
                <c:pt idx="52">
                  <c:v>48.743537764717601</c:v>
                </c:pt>
                <c:pt idx="53">
                  <c:v>48.751342728633901</c:v>
                </c:pt>
                <c:pt idx="54">
                  <c:v>48.612267692550198</c:v>
                </c:pt>
                <c:pt idx="55">
                  <c:v>48.662506896171401</c:v>
                </c:pt>
                <c:pt idx="56">
                  <c:v>48.652266099792598</c:v>
                </c:pt>
                <c:pt idx="57">
                  <c:v>48.598825303413797</c:v>
                </c:pt>
                <c:pt idx="58">
                  <c:v>48.554024507035003</c:v>
                </c:pt>
                <c:pt idx="59">
                  <c:v>48.586994497695599</c:v>
                </c:pt>
                <c:pt idx="60">
                  <c:v>48.698479461611903</c:v>
                </c:pt>
                <c:pt idx="61">
                  <c:v>49.645713767581299</c:v>
                </c:pt>
                <c:pt idx="62">
                  <c:v>50.264628073550803</c:v>
                </c:pt>
                <c:pt idx="63">
                  <c:v>50.589782379520202</c:v>
                </c:pt>
                <c:pt idx="64">
                  <c:v>50.837176685489602</c:v>
                </c:pt>
                <c:pt idx="65">
                  <c:v>51.084570991459003</c:v>
                </c:pt>
                <c:pt idx="66">
                  <c:v>51.193725297428401</c:v>
                </c:pt>
                <c:pt idx="67">
                  <c:v>51.320159603397897</c:v>
                </c:pt>
                <c:pt idx="68">
                  <c:v>51.394753909367303</c:v>
                </c:pt>
                <c:pt idx="69">
                  <c:v>51.469348215336701</c:v>
                </c:pt>
                <c:pt idx="70">
                  <c:v>51.500742521306101</c:v>
                </c:pt>
                <c:pt idx="71">
                  <c:v>51.532136827275501</c:v>
                </c:pt>
                <c:pt idx="72">
                  <c:v>51.520331133245001</c:v>
                </c:pt>
                <c:pt idx="73">
                  <c:v>51.551725439214401</c:v>
                </c:pt>
                <c:pt idx="74">
                  <c:v>51.539919745183802</c:v>
                </c:pt>
                <c:pt idx="75">
                  <c:v>51.614514051153201</c:v>
                </c:pt>
                <c:pt idx="76">
                  <c:v>51.616896105090298</c:v>
                </c:pt>
                <c:pt idx="77">
                  <c:v>51.596450411059699</c:v>
                </c:pt>
                <c:pt idx="78">
                  <c:v>51.598832464996804</c:v>
                </c:pt>
                <c:pt idx="79">
                  <c:v>51.601214518933901</c:v>
                </c:pt>
                <c:pt idx="80">
                  <c:v>51.603596572870998</c:v>
                </c:pt>
                <c:pt idx="81">
                  <c:v>51.605978626808103</c:v>
                </c:pt>
                <c:pt idx="82">
                  <c:v>51.6083606807452</c:v>
                </c:pt>
                <c:pt idx="83">
                  <c:v>51.619382734682297</c:v>
                </c:pt>
                <c:pt idx="84">
                  <c:v>51.642137040651797</c:v>
                </c:pt>
                <c:pt idx="85">
                  <c:v>51.673531346621203</c:v>
                </c:pt>
                <c:pt idx="86">
                  <c:v>51.670365652590597</c:v>
                </c:pt>
                <c:pt idx="87">
                  <c:v>51.658559958559998</c:v>
                </c:pt>
                <c:pt idx="88">
                  <c:v>51.646754264529399</c:v>
                </c:pt>
                <c:pt idx="89">
                  <c:v>51.686788570498898</c:v>
                </c:pt>
                <c:pt idx="90">
                  <c:v>51.718182876468298</c:v>
                </c:pt>
                <c:pt idx="91">
                  <c:v>51.755469600222597</c:v>
                </c:pt>
                <c:pt idx="92">
                  <c:v>51.792756323976903</c:v>
                </c:pt>
                <c:pt idx="93">
                  <c:v>51.9164430477312</c:v>
                </c:pt>
                <c:pt idx="94">
                  <c:v>51.988289771485398</c:v>
                </c:pt>
                <c:pt idx="95">
                  <c:v>52.060136495239703</c:v>
                </c:pt>
                <c:pt idx="96">
                  <c:v>52.140623218994001</c:v>
                </c:pt>
                <c:pt idx="97">
                  <c:v>52.1779099427483</c:v>
                </c:pt>
                <c:pt idx="98">
                  <c:v>52.215196666502599</c:v>
                </c:pt>
                <c:pt idx="99">
                  <c:v>52.243843390256899</c:v>
                </c:pt>
                <c:pt idx="100">
                  <c:v>52.289770114011198</c:v>
                </c:pt>
                <c:pt idx="101">
                  <c:v>52.301136837765497</c:v>
                </c:pt>
                <c:pt idx="102">
                  <c:v>52.407543561519802</c:v>
                </c:pt>
                <c:pt idx="103">
                  <c:v>52.513950285274099</c:v>
                </c:pt>
                <c:pt idx="104">
                  <c:v>52.559877009028398</c:v>
                </c:pt>
                <c:pt idx="105">
                  <c:v>52.640363732782703</c:v>
                </c:pt>
                <c:pt idx="106">
                  <c:v>53.196050456536902</c:v>
                </c:pt>
                <c:pt idx="107">
                  <c:v>53.5443771802912</c:v>
                </c:pt>
                <c:pt idx="108">
                  <c:v>53.892703904045497</c:v>
                </c:pt>
                <c:pt idx="109">
                  <c:v>53.921350627799796</c:v>
                </c:pt>
                <c:pt idx="110">
                  <c:v>54.0709573515541</c:v>
                </c:pt>
                <c:pt idx="111">
                  <c:v>54.237844075308402</c:v>
                </c:pt>
                <c:pt idx="112">
                  <c:v>54.352890799062699</c:v>
                </c:pt>
                <c:pt idx="113">
                  <c:v>54.424737522816997</c:v>
                </c:pt>
                <c:pt idx="114">
                  <c:v>54.453384246571297</c:v>
                </c:pt>
                <c:pt idx="115">
                  <c:v>54.533870970325601</c:v>
                </c:pt>
                <c:pt idx="116">
                  <c:v>54.562517694079901</c:v>
                </c:pt>
                <c:pt idx="117">
                  <c:v>54.5998044178341</c:v>
                </c:pt>
                <c:pt idx="118">
                  <c:v>54.645731141588399</c:v>
                </c:pt>
                <c:pt idx="119">
                  <c:v>54.683017865342698</c:v>
                </c:pt>
                <c:pt idx="120">
                  <c:v>54.711664589096998</c:v>
                </c:pt>
                <c:pt idx="121">
                  <c:v>54.662551312851299</c:v>
                </c:pt>
                <c:pt idx="122">
                  <c:v>54.681349741052799</c:v>
                </c:pt>
                <c:pt idx="123">
                  <c:v>54.786548169254303</c:v>
                </c:pt>
                <c:pt idx="124">
                  <c:v>54.796706597455803</c:v>
                </c:pt>
                <c:pt idx="125">
                  <c:v>54.815505025657302</c:v>
                </c:pt>
                <c:pt idx="126">
                  <c:v>54.842943453858801</c:v>
                </c:pt>
                <c:pt idx="127">
                  <c:v>55.077741882060302</c:v>
                </c:pt>
                <c:pt idx="128">
                  <c:v>55.226140310261798</c:v>
                </c:pt>
                <c:pt idx="129">
                  <c:v>55.322698738463401</c:v>
                </c:pt>
                <c:pt idx="130">
                  <c:v>55.600697166664901</c:v>
                </c:pt>
                <c:pt idx="131">
                  <c:v>55.705895594866398</c:v>
                </c:pt>
                <c:pt idx="132">
                  <c:v>55.802454023067902</c:v>
                </c:pt>
                <c:pt idx="133">
                  <c:v>55.855812451269401</c:v>
                </c:pt>
                <c:pt idx="134">
                  <c:v>55.900530879470899</c:v>
                </c:pt>
                <c:pt idx="135">
                  <c:v>55.919329307672399</c:v>
                </c:pt>
                <c:pt idx="136">
                  <c:v>55.929487735873899</c:v>
                </c:pt>
                <c:pt idx="137">
                  <c:v>55.928429872810803</c:v>
                </c:pt>
                <c:pt idx="138">
                  <c:v>55.973148301012301</c:v>
                </c:pt>
                <c:pt idx="139">
                  <c:v>55.948746729213802</c:v>
                </c:pt>
                <c:pt idx="140">
                  <c:v>55.9934651574154</c:v>
                </c:pt>
                <c:pt idx="141">
                  <c:v>55.9949835856169</c:v>
                </c:pt>
                <c:pt idx="142">
                  <c:v>56.0051420138184</c:v>
                </c:pt>
                <c:pt idx="143">
                  <c:v>56.012724150755297</c:v>
                </c:pt>
                <c:pt idx="144">
                  <c:v>56.022882578956803</c:v>
                </c:pt>
                <c:pt idx="145">
                  <c:v>56.0304647158938</c:v>
                </c:pt>
                <c:pt idx="146">
                  <c:v>56.049263144095299</c:v>
                </c:pt>
                <c:pt idx="147">
                  <c:v>56.050781572296799</c:v>
                </c:pt>
                <c:pt idx="148">
                  <c:v>56.060940000498299</c:v>
                </c:pt>
                <c:pt idx="149">
                  <c:v>56.071098428699798</c:v>
                </c:pt>
                <c:pt idx="150">
                  <c:v>56.089896856901298</c:v>
                </c:pt>
                <c:pt idx="151">
                  <c:v>56.074135285102798</c:v>
                </c:pt>
                <c:pt idx="152">
                  <c:v>56.049733713304299</c:v>
                </c:pt>
                <c:pt idx="153">
                  <c:v>56.062624270864397</c:v>
                </c:pt>
                <c:pt idx="154">
                  <c:v>56.060203944428999</c:v>
                </c:pt>
                <c:pt idx="155">
                  <c:v>56.057783617993501</c:v>
                </c:pt>
                <c:pt idx="156">
                  <c:v>56.059056531773301</c:v>
                </c:pt>
                <c:pt idx="157">
                  <c:v>56.065276205337803</c:v>
                </c:pt>
                <c:pt idx="158">
                  <c:v>56.066549119117603</c:v>
                </c:pt>
                <c:pt idx="159">
                  <c:v>56.067787086962497</c:v>
                </c:pt>
                <c:pt idx="160">
                  <c:v>56.056726760526999</c:v>
                </c:pt>
                <c:pt idx="161">
                  <c:v>56.056136636404297</c:v>
                </c:pt>
                <c:pt idx="162">
                  <c:v>56.048769550184097</c:v>
                </c:pt>
                <c:pt idx="163">
                  <c:v>56.054989223748599</c:v>
                </c:pt>
                <c:pt idx="164">
                  <c:v>56.0476221375284</c:v>
                </c:pt>
                <c:pt idx="165">
                  <c:v>56.040255051308201</c:v>
                </c:pt>
                <c:pt idx="166">
                  <c:v>56.046474724872802</c:v>
                </c:pt>
                <c:pt idx="167">
                  <c:v>56.047747638652602</c:v>
                </c:pt>
                <c:pt idx="168">
                  <c:v>56.0606381962127</c:v>
                </c:pt>
                <c:pt idx="169">
                  <c:v>56.066857869777202</c:v>
                </c:pt>
                <c:pt idx="170">
                  <c:v>56.073077543341803</c:v>
                </c:pt>
                <c:pt idx="171">
                  <c:v>56.062017216906298</c:v>
                </c:pt>
                <c:pt idx="172">
                  <c:v>56.0595968904708</c:v>
                </c:pt>
                <c:pt idx="173">
                  <c:v>56.072487448030998</c:v>
                </c:pt>
                <c:pt idx="174">
                  <c:v>56.076162819770403</c:v>
                </c:pt>
                <c:pt idx="175">
                  <c:v>56.079838191509801</c:v>
                </c:pt>
                <c:pt idx="176">
                  <c:v>56.084088749069998</c:v>
                </c:pt>
                <c:pt idx="177">
                  <c:v>56.061844120809397</c:v>
                </c:pt>
                <c:pt idx="178">
                  <c:v>56.059423794373899</c:v>
                </c:pt>
                <c:pt idx="179">
                  <c:v>56.037179166113397</c:v>
                </c:pt>
                <c:pt idx="180">
                  <c:v>56.034758839677899</c:v>
                </c:pt>
                <c:pt idx="181">
                  <c:v>56.042768823301003</c:v>
                </c:pt>
                <c:pt idx="182">
                  <c:v>56.044622987745598</c:v>
                </c:pt>
                <c:pt idx="183">
                  <c:v>56.035210320607</c:v>
                </c:pt>
                <c:pt idx="184">
                  <c:v>56.037064485051602</c:v>
                </c:pt>
                <c:pt idx="185">
                  <c:v>56.036434468674699</c:v>
                </c:pt>
                <c:pt idx="186">
                  <c:v>56.035926288588399</c:v>
                </c:pt>
                <c:pt idx="187">
                  <c:v>56.026513621449801</c:v>
                </c:pt>
                <c:pt idx="188">
                  <c:v>56.032376742573902</c:v>
                </c:pt>
                <c:pt idx="189">
                  <c:v>55.774642413442699</c:v>
                </c:pt>
                <c:pt idx="190">
                  <c:v>55.776496577887301</c:v>
                </c:pt>
                <c:pt idx="191">
                  <c:v>55.782359699011401</c:v>
                </c:pt>
                <c:pt idx="192">
                  <c:v>55.784213863456003</c:v>
                </c:pt>
                <c:pt idx="193">
                  <c:v>55.783705683369703</c:v>
                </c:pt>
                <c:pt idx="194">
                  <c:v>55.789568804493797</c:v>
                </c:pt>
                <c:pt idx="195">
                  <c:v>55.795431925617898</c:v>
                </c:pt>
                <c:pt idx="196">
                  <c:v>55.801295046741998</c:v>
                </c:pt>
                <c:pt idx="197">
                  <c:v>55.800786866655699</c:v>
                </c:pt>
                <c:pt idx="198">
                  <c:v>55.767692537524603</c:v>
                </c:pt>
                <c:pt idx="199">
                  <c:v>55.7345982083935</c:v>
                </c:pt>
                <c:pt idx="200">
                  <c:v>55.753343879262303</c:v>
                </c:pt>
                <c:pt idx="201">
                  <c:v>55.7613538628854</c:v>
                </c:pt>
                <c:pt idx="202">
                  <c:v>55.752083846508597</c:v>
                </c:pt>
                <c:pt idx="203">
                  <c:v>55.751453830131702</c:v>
                </c:pt>
                <c:pt idx="204">
                  <c:v>55.755060753089097</c:v>
                </c:pt>
                <c:pt idx="205">
                  <c:v>55.745648085950499</c:v>
                </c:pt>
                <c:pt idx="206">
                  <c:v>55.744875418811901</c:v>
                </c:pt>
                <c:pt idx="207">
                  <c:v>55.748482341769297</c:v>
                </c:pt>
                <c:pt idx="208">
                  <c:v>55.747709674630698</c:v>
                </c:pt>
                <c:pt idx="209">
                  <c:v>55.747201494544299</c:v>
                </c:pt>
                <c:pt idx="210">
                  <c:v>55.749055658988901</c:v>
                </c:pt>
                <c:pt idx="211">
                  <c:v>55.757065642612098</c:v>
                </c:pt>
                <c:pt idx="212">
                  <c:v>55.770411371970397</c:v>
                </c:pt>
                <c:pt idx="213">
                  <c:v>55.783757101328803</c:v>
                </c:pt>
                <c:pt idx="214">
                  <c:v>56.239128275491097</c:v>
                </c:pt>
                <c:pt idx="215">
                  <c:v>56.374819449653302</c:v>
                </c:pt>
                <c:pt idx="216">
                  <c:v>56.4500306238156</c:v>
                </c:pt>
                <c:pt idx="217">
                  <c:v>56.4820417979778</c:v>
                </c:pt>
                <c:pt idx="218">
                  <c:v>56.272132972140099</c:v>
                </c:pt>
                <c:pt idx="219">
                  <c:v>56.353889082461698</c:v>
                </c:pt>
                <c:pt idx="220">
                  <c:v>56.314685192783301</c:v>
                </c:pt>
                <c:pt idx="221">
                  <c:v>56.318263134035</c:v>
                </c:pt>
                <c:pt idx="222">
                  <c:v>56.2959210752866</c:v>
                </c:pt>
                <c:pt idx="223">
                  <c:v>56.2649390165382</c:v>
                </c:pt>
                <c:pt idx="224">
                  <c:v>56.2438060393103</c:v>
                </c:pt>
                <c:pt idx="225">
                  <c:v>56.274513062082498</c:v>
                </c:pt>
                <c:pt idx="226">
                  <c:v>56.285542661059601</c:v>
                </c:pt>
                <c:pt idx="227">
                  <c:v>56.287932260036698</c:v>
                </c:pt>
                <c:pt idx="228">
                  <c:v>56.2989618590139</c:v>
                </c:pt>
                <c:pt idx="229">
                  <c:v>56.2950275883722</c:v>
                </c:pt>
                <c:pt idx="230">
                  <c:v>56.2640455296239</c:v>
                </c:pt>
                <c:pt idx="231">
                  <c:v>56.233481639945502</c:v>
                </c:pt>
                <c:pt idx="232">
                  <c:v>56.168357750267099</c:v>
                </c:pt>
                <c:pt idx="233">
                  <c:v>56.137375691518798</c:v>
                </c:pt>
                <c:pt idx="234">
                  <c:v>56.115033632770398</c:v>
                </c:pt>
                <c:pt idx="235">
                  <c:v>56.084051574021998</c:v>
                </c:pt>
                <c:pt idx="236">
                  <c:v>56.088838596794098</c:v>
                </c:pt>
                <c:pt idx="237">
                  <c:v>56.095353569395499</c:v>
                </c:pt>
                <c:pt idx="238">
                  <c:v>56.093228541996801</c:v>
                </c:pt>
                <c:pt idx="239">
                  <c:v>56.0892942713552</c:v>
                </c:pt>
                <c:pt idx="240">
                  <c:v>56.067370381676803</c:v>
                </c:pt>
                <c:pt idx="241">
                  <c:v>56.036388322928403</c:v>
                </c:pt>
                <c:pt idx="242">
                  <c:v>56.022875447005902</c:v>
                </c:pt>
                <c:pt idx="243">
                  <c:v>56.030654939156399</c:v>
                </c:pt>
                <c:pt idx="244">
                  <c:v>56.017142063233798</c:v>
                </c:pt>
                <c:pt idx="245">
                  <c:v>56.024921555384303</c:v>
                </c:pt>
                <c:pt idx="246">
                  <c:v>55.999016229473902</c:v>
                </c:pt>
                <c:pt idx="247">
                  <c:v>56.017941734264703</c:v>
                </c:pt>
                <c:pt idx="248">
                  <c:v>56.010947239055497</c:v>
                </c:pt>
                <c:pt idx="249">
                  <c:v>56.003952743846298</c:v>
                </c:pt>
                <c:pt idx="250">
                  <c:v>55.9969582486371</c:v>
                </c:pt>
                <c:pt idx="251">
                  <c:v>56.0069917373309</c:v>
                </c:pt>
                <c:pt idx="252">
                  <c:v>55.989726411420499</c:v>
                </c:pt>
                <c:pt idx="253">
                  <c:v>55.895827872532998</c:v>
                </c:pt>
                <c:pt idx="254">
                  <c:v>55.899594996610503</c:v>
                </c:pt>
                <c:pt idx="255">
                  <c:v>55.886082120687902</c:v>
                </c:pt>
                <c:pt idx="256">
                  <c:v>55.886096794777501</c:v>
                </c:pt>
                <c:pt idx="257">
                  <c:v>55.886111468867099</c:v>
                </c:pt>
                <c:pt idx="258">
                  <c:v>55.8963969736579</c:v>
                </c:pt>
                <c:pt idx="259">
                  <c:v>55.9150704623517</c:v>
                </c:pt>
                <c:pt idx="260">
                  <c:v>55.9423839510454</c:v>
                </c:pt>
                <c:pt idx="261">
                  <c:v>55.944029455836201</c:v>
                </c:pt>
                <c:pt idx="262">
                  <c:v>55.971342944530001</c:v>
                </c:pt>
                <c:pt idx="263">
                  <c:v>55.955708449320802</c:v>
                </c:pt>
                <c:pt idx="264">
                  <c:v>55.931433954111597</c:v>
                </c:pt>
                <c:pt idx="265">
                  <c:v>55.1981754152241</c:v>
                </c:pt>
                <c:pt idx="266">
                  <c:v>55.1995689039179</c:v>
                </c:pt>
                <c:pt idx="267">
                  <c:v>55.2096023926116</c:v>
                </c:pt>
                <c:pt idx="268">
                  <c:v>54.476343853724202</c:v>
                </c:pt>
                <c:pt idx="269">
                  <c:v>54.477737342417903</c:v>
                </c:pt>
                <c:pt idx="270">
                  <c:v>53.744478803530498</c:v>
                </c:pt>
                <c:pt idx="271">
                  <c:v>53.745872292224199</c:v>
                </c:pt>
                <c:pt idx="272">
                  <c:v>53.738625780917999</c:v>
                </c:pt>
                <c:pt idx="273">
                  <c:v>52.5684677805964</c:v>
                </c:pt>
                <c:pt idx="274">
                  <c:v>52.553801466063</c:v>
                </c:pt>
                <c:pt idx="275">
                  <c:v>51.3836434657414</c:v>
                </c:pt>
                <c:pt idx="276">
                  <c:v>50.2134854654199</c:v>
                </c:pt>
                <c:pt idx="277">
                  <c:v>49.0433274650984</c:v>
                </c:pt>
                <c:pt idx="278">
                  <c:v>47.873169464776801</c:v>
                </c:pt>
                <c:pt idx="279">
                  <c:v>47.881809464776801</c:v>
                </c:pt>
                <c:pt idx="280">
                  <c:v>46.711651464455301</c:v>
                </c:pt>
                <c:pt idx="281">
                  <c:v>46.688345149921801</c:v>
                </c:pt>
                <c:pt idx="282">
                  <c:v>45.518187149600301</c:v>
                </c:pt>
                <c:pt idx="283">
                  <c:v>45.486240835066802</c:v>
                </c:pt>
                <c:pt idx="284">
                  <c:v>45.488854520533302</c:v>
                </c:pt>
                <c:pt idx="285">
                  <c:v>45.474188205999802</c:v>
                </c:pt>
                <c:pt idx="286">
                  <c:v>45.485441891466301</c:v>
                </c:pt>
                <c:pt idx="287">
                  <c:v>45.462135576932802</c:v>
                </c:pt>
                <c:pt idx="288">
                  <c:v>45.479415576932801</c:v>
                </c:pt>
                <c:pt idx="289">
                  <c:v>45.496695576932801</c:v>
                </c:pt>
                <c:pt idx="290">
                  <c:v>45.464749262399401</c:v>
                </c:pt>
                <c:pt idx="291">
                  <c:v>44.294591262077802</c:v>
                </c:pt>
                <c:pt idx="292">
                  <c:v>44.302097427082202</c:v>
                </c:pt>
                <c:pt idx="293">
                  <c:v>44.326883592086503</c:v>
                </c:pt>
                <c:pt idx="294">
                  <c:v>44.303910248209696</c:v>
                </c:pt>
                <c:pt idx="295">
                  <c:v>44.289243933676197</c:v>
                </c:pt>
                <c:pt idx="296">
                  <c:v>44.283217619142697</c:v>
                </c:pt>
                <c:pt idx="297">
                  <c:v>44.303111304609203</c:v>
                </c:pt>
                <c:pt idx="298">
                  <c:v>44.396490398316701</c:v>
                </c:pt>
                <c:pt idx="299">
                  <c:v>44.383034910018999</c:v>
                </c:pt>
                <c:pt idx="300">
                  <c:v>44.3600615661422</c:v>
                </c:pt>
                <c:pt idx="301">
                  <c:v>44.345728222265301</c:v>
                </c:pt>
                <c:pt idx="302">
                  <c:v>44.3656219077318</c:v>
                </c:pt>
                <c:pt idx="303">
                  <c:v>41.2823519669072</c:v>
                </c:pt>
                <c:pt idx="304">
                  <c:v>38.2163620260825</c:v>
                </c:pt>
                <c:pt idx="305">
                  <c:v>35.098532085257901</c:v>
                </c:pt>
                <c:pt idx="306">
                  <c:v>32.015262144433301</c:v>
                </c:pt>
                <c:pt idx="307">
                  <c:v>28.897432203608599</c:v>
                </c:pt>
                <c:pt idx="308">
                  <c:v>25.779602262784</c:v>
                </c:pt>
                <c:pt idx="309">
                  <c:v>22.6963323219593</c:v>
                </c:pt>
                <c:pt idx="310">
                  <c:v>22.383952168069602</c:v>
                </c:pt>
                <c:pt idx="311">
                  <c:v>22.097492014179799</c:v>
                </c:pt>
                <c:pt idx="312">
                  <c:v>21.776471860289998</c:v>
                </c:pt>
                <c:pt idx="313">
                  <c:v>21.490011706400299</c:v>
                </c:pt>
                <c:pt idx="314">
                  <c:v>21.414107636613601</c:v>
                </c:pt>
                <c:pt idx="315">
                  <c:v>21.460598552487099</c:v>
                </c:pt>
                <c:pt idx="316">
                  <c:v>21.512799067750201</c:v>
                </c:pt>
                <c:pt idx="317">
                  <c:v>21.494178913860399</c:v>
                </c:pt>
                <c:pt idx="318">
                  <c:v>21.294118759970701</c:v>
                </c:pt>
                <c:pt idx="319">
                  <c:v>20.999018606080899</c:v>
                </c:pt>
                <c:pt idx="320">
                  <c:v>20.669358452191101</c:v>
                </c:pt>
                <c:pt idx="321">
                  <c:v>20.3396982983014</c:v>
                </c:pt>
                <c:pt idx="322">
                  <c:v>20.035958144411602</c:v>
                </c:pt>
                <c:pt idx="323">
                  <c:v>19.8704579905218</c:v>
                </c:pt>
                <c:pt idx="324">
                  <c:v>19.644477836631999</c:v>
                </c:pt>
                <c:pt idx="325">
                  <c:v>19.453057682742301</c:v>
                </c:pt>
                <c:pt idx="326">
                  <c:v>18.918587741917602</c:v>
                </c:pt>
                <c:pt idx="327">
                  <c:v>19.2102784012855</c:v>
                </c:pt>
                <c:pt idx="328">
                  <c:v>19.2709356681234</c:v>
                </c:pt>
                <c:pt idx="329">
                  <c:v>19.2036715983368</c:v>
                </c:pt>
                <c:pt idx="330">
                  <c:v>19.124571444447</c:v>
                </c:pt>
                <c:pt idx="331">
                  <c:v>19.036831290557199</c:v>
                </c:pt>
                <c:pt idx="332">
                  <c:v>18.8886111366675</c:v>
                </c:pt>
                <c:pt idx="333">
                  <c:v>18.662630982777699</c:v>
                </c:pt>
                <c:pt idx="334">
                  <c:v>18.752664773522699</c:v>
                </c:pt>
                <c:pt idx="335">
                  <c:v>18.834058564267799</c:v>
                </c:pt>
                <c:pt idx="336">
                  <c:v>18.854972355012901</c:v>
                </c:pt>
                <c:pt idx="337">
                  <c:v>18.884526145757899</c:v>
                </c:pt>
                <c:pt idx="338">
                  <c:v>18.905439936503001</c:v>
                </c:pt>
                <c:pt idx="339">
                  <c:v>18.926353727247999</c:v>
                </c:pt>
                <c:pt idx="340">
                  <c:v>18.947267517993101</c:v>
                </c:pt>
                <c:pt idx="341">
                  <c:v>18.9422613087381</c:v>
                </c:pt>
                <c:pt idx="342">
                  <c:v>18.963175099483198</c:v>
                </c:pt>
                <c:pt idx="343">
                  <c:v>18.949528890228301</c:v>
                </c:pt>
                <c:pt idx="344">
                  <c:v>18.970442680973299</c:v>
                </c:pt>
                <c:pt idx="345">
                  <c:v>18.999996471718401</c:v>
                </c:pt>
                <c:pt idx="346">
                  <c:v>19.0036302624634</c:v>
                </c:pt>
                <c:pt idx="347">
                  <c:v>15.972939182537599</c:v>
                </c:pt>
                <c:pt idx="348">
                  <c:v>15.9852129732827</c:v>
                </c:pt>
                <c:pt idx="349">
                  <c:v>15.9802067640278</c:v>
                </c:pt>
                <c:pt idx="350">
                  <c:v>15.975200554772799</c:v>
                </c:pt>
                <c:pt idx="351">
                  <c:v>15.9788343455179</c:v>
                </c:pt>
                <c:pt idx="352">
                  <c:v>15.965188136262899</c:v>
                </c:pt>
                <c:pt idx="353">
                  <c:v>15.994741927008</c:v>
                </c:pt>
                <c:pt idx="354">
                  <c:v>16.058855717753001</c:v>
                </c:pt>
                <c:pt idx="355">
                  <c:v>16.0624895084981</c:v>
                </c:pt>
                <c:pt idx="356">
                  <c:v>16.066123299243198</c:v>
                </c:pt>
                <c:pt idx="357">
                  <c:v>16.061117089988201</c:v>
                </c:pt>
                <c:pt idx="358">
                  <c:v>16.159790880733301</c:v>
                </c:pt>
                <c:pt idx="359">
                  <c:v>16.189344671478299</c:v>
                </c:pt>
                <c:pt idx="360">
                  <c:v>16.192978462223401</c:v>
                </c:pt>
                <c:pt idx="361">
                  <c:v>16.231172252968399</c:v>
                </c:pt>
                <c:pt idx="362">
                  <c:v>16.243446043713501</c:v>
                </c:pt>
                <c:pt idx="363">
                  <c:v>16.2384398344585</c:v>
                </c:pt>
                <c:pt idx="364">
                  <c:v>16.250713625203598</c:v>
                </c:pt>
                <c:pt idx="365">
                  <c:v>19.833333329999999</c:v>
                </c:pt>
                <c:pt idx="366">
                  <c:v>19.8511625577686</c:v>
                </c:pt>
                <c:pt idx="367">
                  <c:v>19.834431785537198</c:v>
                </c:pt>
                <c:pt idx="368">
                  <c:v>19.8349810133058</c:v>
                </c:pt>
                <c:pt idx="369">
                  <c:v>19.835530241074501</c:v>
                </c:pt>
                <c:pt idx="370">
                  <c:v>19.833333329999999</c:v>
                </c:pt>
                <c:pt idx="371">
                  <c:v>19.833333329999999</c:v>
                </c:pt>
                <c:pt idx="372">
                  <c:v>19.833333329999999</c:v>
                </c:pt>
                <c:pt idx="373">
                  <c:v>19.833333329999999</c:v>
                </c:pt>
                <c:pt idx="374">
                  <c:v>19.833333329999999</c:v>
                </c:pt>
                <c:pt idx="375">
                  <c:v>19.833333329999999</c:v>
                </c:pt>
                <c:pt idx="376">
                  <c:v>19.833333329999999</c:v>
                </c:pt>
                <c:pt idx="377">
                  <c:v>19.833333329999999</c:v>
                </c:pt>
                <c:pt idx="378">
                  <c:v>19.833333329999999</c:v>
                </c:pt>
                <c:pt idx="379">
                  <c:v>19.833333329999999</c:v>
                </c:pt>
                <c:pt idx="380">
                  <c:v>19.833333329999999</c:v>
                </c:pt>
                <c:pt idx="381">
                  <c:v>19.833333329999999</c:v>
                </c:pt>
                <c:pt idx="382">
                  <c:v>19.833333329999999</c:v>
                </c:pt>
                <c:pt idx="383">
                  <c:v>19.833333329999999</c:v>
                </c:pt>
                <c:pt idx="384">
                  <c:v>19.833333329999999</c:v>
                </c:pt>
                <c:pt idx="385">
                  <c:v>19.833333329999999</c:v>
                </c:pt>
                <c:pt idx="386">
                  <c:v>19.833333329999999</c:v>
                </c:pt>
                <c:pt idx="387">
                  <c:v>19.833333329999999</c:v>
                </c:pt>
                <c:pt idx="388">
                  <c:v>19.833333329999999</c:v>
                </c:pt>
                <c:pt idx="389">
                  <c:v>19.833333329999999</c:v>
                </c:pt>
                <c:pt idx="390">
                  <c:v>19.833333329999999</c:v>
                </c:pt>
                <c:pt idx="391">
                  <c:v>19.833333329999999</c:v>
                </c:pt>
                <c:pt idx="392">
                  <c:v>19.833333329999999</c:v>
                </c:pt>
                <c:pt idx="393">
                  <c:v>19.833333329999999</c:v>
                </c:pt>
                <c:pt idx="394">
                  <c:v>19.833333329999999</c:v>
                </c:pt>
                <c:pt idx="395">
                  <c:v>22.233333330000001</c:v>
                </c:pt>
                <c:pt idx="396">
                  <c:v>22.233333330000001</c:v>
                </c:pt>
                <c:pt idx="397">
                  <c:v>22.239256963233501</c:v>
                </c:pt>
                <c:pt idx="398">
                  <c:v>22.235336001829801</c:v>
                </c:pt>
                <c:pt idx="399">
                  <c:v>22.241324711052499</c:v>
                </c:pt>
                <c:pt idx="400">
                  <c:v>22.2473718266411</c:v>
                </c:pt>
                <c:pt idx="401">
                  <c:v>22.244778942229701</c:v>
                </c:pt>
                <c:pt idx="402">
                  <c:v>22.242186057818401</c:v>
                </c:pt>
                <c:pt idx="403">
                  <c:v>22.239534767041</c:v>
                </c:pt>
                <c:pt idx="404">
                  <c:v>22.2455818826297</c:v>
                </c:pt>
                <c:pt idx="405">
                  <c:v>22.242865515863201</c:v>
                </c:pt>
                <c:pt idx="406">
                  <c:v>22.233333330000001</c:v>
                </c:pt>
                <c:pt idx="407">
                  <c:v>22.239380445588601</c:v>
                </c:pt>
                <c:pt idx="408">
                  <c:v>22.2367291548113</c:v>
                </c:pt>
                <c:pt idx="409">
                  <c:v>22.242717864033899</c:v>
                </c:pt>
                <c:pt idx="410">
                  <c:v>22.248764979622599</c:v>
                </c:pt>
                <c:pt idx="411">
                  <c:v>22.246113688845199</c:v>
                </c:pt>
                <c:pt idx="412">
                  <c:v>22.252102398067901</c:v>
                </c:pt>
                <c:pt idx="413">
                  <c:v>22.248578008264701</c:v>
                </c:pt>
                <c:pt idx="414">
                  <c:v>22.243413426004199</c:v>
                </c:pt>
                <c:pt idx="415">
                  <c:v>22.239889036201099</c:v>
                </c:pt>
                <c:pt idx="416">
                  <c:v>22.245004646398002</c:v>
                </c:pt>
                <c:pt idx="417">
                  <c:v>22.250993355620601</c:v>
                </c:pt>
                <c:pt idx="418">
                  <c:v>22.248400471209301</c:v>
                </c:pt>
                <c:pt idx="419">
                  <c:v>22.2543891804319</c:v>
                </c:pt>
                <c:pt idx="420">
                  <c:v>22.260377889654599</c:v>
                </c:pt>
                <c:pt idx="421">
                  <c:v>22.2501478803152</c:v>
                </c:pt>
                <c:pt idx="422">
                  <c:v>22.2375869189115</c:v>
                </c:pt>
                <c:pt idx="423">
                  <c:v>22.2436340345002</c:v>
                </c:pt>
                <c:pt idx="424">
                  <c:v>22.249681150088801</c:v>
                </c:pt>
                <c:pt idx="425">
                  <c:v>22.255669859311499</c:v>
                </c:pt>
                <c:pt idx="426">
                  <c:v>22.255540590127399</c:v>
                </c:pt>
                <c:pt idx="427">
                  <c:v>22.254521063042102</c:v>
                </c:pt>
                <c:pt idx="428">
                  <c:v>22.260575559273398</c:v>
                </c:pt>
                <c:pt idx="429">
                  <c:v>22.260436113643099</c:v>
                </c:pt>
                <c:pt idx="430">
                  <c:v>22.260296668012899</c:v>
                </c:pt>
                <c:pt idx="431">
                  <c:v>22.1102509739823</c:v>
                </c:pt>
                <c:pt idx="432">
                  <c:v>22.210765279951701</c:v>
                </c:pt>
                <c:pt idx="433">
                  <c:v>22.561839585921099</c:v>
                </c:pt>
                <c:pt idx="434">
                  <c:v>22.731473891890602</c:v>
                </c:pt>
                <c:pt idx="435">
                  <c:v>22.79742819786</c:v>
                </c:pt>
                <c:pt idx="436">
                  <c:v>22.785622503829401</c:v>
                </c:pt>
                <c:pt idx="437">
                  <c:v>22.773816809798799</c:v>
                </c:pt>
                <c:pt idx="438">
                  <c:v>22.839771115768201</c:v>
                </c:pt>
                <c:pt idx="439">
                  <c:v>23.1476454217377</c:v>
                </c:pt>
                <c:pt idx="440">
                  <c:v>23.317279727707099</c:v>
                </c:pt>
                <c:pt idx="441">
                  <c:v>23.512834033676501</c:v>
                </c:pt>
                <c:pt idx="442">
                  <c:v>23.8552683396459</c:v>
                </c:pt>
                <c:pt idx="443">
                  <c:v>24.1026626456153</c:v>
                </c:pt>
                <c:pt idx="444">
                  <c:v>24.211816951584801</c:v>
                </c:pt>
                <c:pt idx="445">
                  <c:v>24.295051257554199</c:v>
                </c:pt>
                <c:pt idx="446">
                  <c:v>24.361005563523602</c:v>
                </c:pt>
                <c:pt idx="447">
                  <c:v>24.375119869492998</c:v>
                </c:pt>
                <c:pt idx="448">
                  <c:v>24.441074175462401</c:v>
                </c:pt>
                <c:pt idx="449">
                  <c:v>24.4811084814319</c:v>
                </c:pt>
                <c:pt idx="450">
                  <c:v>24.633462787401299</c:v>
                </c:pt>
                <c:pt idx="451">
                  <c:v>24.8981370933707</c:v>
                </c:pt>
                <c:pt idx="452">
                  <c:v>25.145531399340101</c:v>
                </c:pt>
                <c:pt idx="453">
                  <c:v>25.367005705309499</c:v>
                </c:pt>
                <c:pt idx="454">
                  <c:v>25.579840011279</c:v>
                </c:pt>
                <c:pt idx="455">
                  <c:v>25.896354317248399</c:v>
                </c:pt>
                <c:pt idx="456">
                  <c:v>26.141001041002699</c:v>
                </c:pt>
                <c:pt idx="457">
                  <c:v>26.497967764757</c:v>
                </c:pt>
                <c:pt idx="458">
                  <c:v>26.837654488511198</c:v>
                </c:pt>
                <c:pt idx="459">
                  <c:v>27.185981212265499</c:v>
                </c:pt>
                <c:pt idx="460">
                  <c:v>27.4392679360198</c:v>
                </c:pt>
                <c:pt idx="461">
                  <c:v>27.649354659774101</c:v>
                </c:pt>
                <c:pt idx="462">
                  <c:v>27.7989613835284</c:v>
                </c:pt>
                <c:pt idx="463">
                  <c:v>27.914008107282701</c:v>
                </c:pt>
                <c:pt idx="464">
                  <c:v>27.968574831036999</c:v>
                </c:pt>
                <c:pt idx="465">
                  <c:v>28.135461554791299</c:v>
                </c:pt>
                <c:pt idx="466">
                  <c:v>28.2073082785456</c:v>
                </c:pt>
                <c:pt idx="467">
                  <c:v>28.253235002299899</c:v>
                </c:pt>
                <c:pt idx="468">
                  <c:v>28.290521726054202</c:v>
                </c:pt>
                <c:pt idx="469">
                  <c:v>28.3623684498084</c:v>
                </c:pt>
                <c:pt idx="470">
                  <c:v>28.434215173562698</c:v>
                </c:pt>
                <c:pt idx="471">
                  <c:v>28.540621897316999</c:v>
                </c:pt>
                <c:pt idx="472">
                  <c:v>28.586548621071302</c:v>
                </c:pt>
                <c:pt idx="473">
                  <c:v>28.589275344825602</c:v>
                </c:pt>
                <c:pt idx="474">
                  <c:v>28.600642068579901</c:v>
                </c:pt>
                <c:pt idx="475">
                  <c:v>28.612008792334201</c:v>
                </c:pt>
                <c:pt idx="476">
                  <c:v>28.6492955160885</c:v>
                </c:pt>
                <c:pt idx="477">
                  <c:v>28.6779422398428</c:v>
                </c:pt>
                <c:pt idx="478">
                  <c:v>28.706588963597099</c:v>
                </c:pt>
                <c:pt idx="479">
                  <c:v>28.735235687351398</c:v>
                </c:pt>
                <c:pt idx="480">
                  <c:v>28.737962411105698</c:v>
                </c:pt>
                <c:pt idx="481">
                  <c:v>28.723409134859899</c:v>
                </c:pt>
                <c:pt idx="482">
                  <c:v>28.682935858614201</c:v>
                </c:pt>
                <c:pt idx="483">
                  <c:v>28.651102582368502</c:v>
                </c:pt>
                <c:pt idx="484">
                  <c:v>28.636549306122799</c:v>
                </c:pt>
                <c:pt idx="485">
                  <c:v>28.662202114914699</c:v>
                </c:pt>
                <c:pt idx="486">
                  <c:v>28.647648838668999</c:v>
                </c:pt>
                <c:pt idx="487">
                  <c:v>28.6232472668705</c:v>
                </c:pt>
                <c:pt idx="488">
                  <c:v>28.633405695072</c:v>
                </c:pt>
                <c:pt idx="489">
                  <c:v>28.6409878320089</c:v>
                </c:pt>
                <c:pt idx="490">
                  <c:v>28.6425062602104</c:v>
                </c:pt>
                <c:pt idx="491">
                  <c:v>28.6500883971474</c:v>
                </c:pt>
                <c:pt idx="492">
                  <c:v>28.657670534084399</c:v>
                </c:pt>
                <c:pt idx="493">
                  <c:v>28.6652526710213</c:v>
                </c:pt>
                <c:pt idx="494">
                  <c:v>28.672834807958299</c:v>
                </c:pt>
                <c:pt idx="495">
                  <c:v>28.673612655668698</c:v>
                </c:pt>
                <c:pt idx="496">
                  <c:v>28.681194792605702</c:v>
                </c:pt>
                <c:pt idx="497">
                  <c:v>28.688776929542598</c:v>
                </c:pt>
                <c:pt idx="498">
                  <c:v>28.694046421284099</c:v>
                </c:pt>
                <c:pt idx="499">
                  <c:v>28.6696448494856</c:v>
                </c:pt>
                <c:pt idx="500">
                  <c:v>28.6772269864225</c:v>
                </c:pt>
                <c:pt idx="501">
                  <c:v>28.652825414624001</c:v>
                </c:pt>
                <c:pt idx="502">
                  <c:v>28.653603262334499</c:v>
                </c:pt>
                <c:pt idx="503">
                  <c:v>28.654381110045001</c:v>
                </c:pt>
                <c:pt idx="504">
                  <c:v>28.6551589577554</c:v>
                </c:pt>
                <c:pt idx="505">
                  <c:v>28.630757385956901</c:v>
                </c:pt>
                <c:pt idx="506">
                  <c:v>28.6315352336674</c:v>
                </c:pt>
                <c:pt idx="507">
                  <c:v>28.632313081377902</c:v>
                </c:pt>
                <c:pt idx="508">
                  <c:v>28.6289425731193</c:v>
                </c:pt>
                <c:pt idx="509">
                  <c:v>28.6192447100563</c:v>
                </c:pt>
                <c:pt idx="510">
                  <c:v>28.603483138257801</c:v>
                </c:pt>
                <c:pt idx="511">
                  <c:v>28.600112629999199</c:v>
                </c:pt>
                <c:pt idx="512">
                  <c:v>28.5967421217407</c:v>
                </c:pt>
                <c:pt idx="513">
                  <c:v>28.587044258677601</c:v>
                </c:pt>
                <c:pt idx="514">
                  <c:v>28.592313750419098</c:v>
                </c:pt>
                <c:pt idx="515">
                  <c:v>28.5975832421605</c:v>
                </c:pt>
                <c:pt idx="516">
                  <c:v>28.598361089870998</c:v>
                </c:pt>
                <c:pt idx="517">
                  <c:v>28.599138937581401</c:v>
                </c:pt>
                <c:pt idx="518">
                  <c:v>28.591771851361202</c:v>
                </c:pt>
                <c:pt idx="519">
                  <c:v>28.593044765140998</c:v>
                </c:pt>
                <c:pt idx="520">
                  <c:v>28.598584823357999</c:v>
                </c:pt>
                <c:pt idx="521">
                  <c:v>28.5998577371378</c:v>
                </c:pt>
                <c:pt idx="522">
                  <c:v>28.592455704982701</c:v>
                </c:pt>
                <c:pt idx="523">
                  <c:v>28.585088618762502</c:v>
                </c:pt>
                <c:pt idx="524">
                  <c:v>28.577721532542299</c:v>
                </c:pt>
                <c:pt idx="525">
                  <c:v>28.5832615907592</c:v>
                </c:pt>
                <c:pt idx="526">
                  <c:v>28.575859558604101</c:v>
                </c:pt>
                <c:pt idx="527">
                  <c:v>28.577132472383902</c:v>
                </c:pt>
                <c:pt idx="528">
                  <c:v>28.582672530600799</c:v>
                </c:pt>
                <c:pt idx="529">
                  <c:v>28.661364013933198</c:v>
                </c:pt>
                <c:pt idx="530">
                  <c:v>29.068375497265599</c:v>
                </c:pt>
                <c:pt idx="531">
                  <c:v>29.639546980597999</c:v>
                </c:pt>
                <c:pt idx="532">
                  <c:v>29.968798463930401</c:v>
                </c:pt>
                <c:pt idx="533">
                  <c:v>30.2116499472627</c:v>
                </c:pt>
                <c:pt idx="534">
                  <c:v>30.333541430595101</c:v>
                </c:pt>
                <c:pt idx="535">
                  <c:v>30.394952913927501</c:v>
                </c:pt>
                <c:pt idx="536">
                  <c:v>30.387244397259899</c:v>
                </c:pt>
                <c:pt idx="537">
                  <c:v>30.3881758805923</c:v>
                </c:pt>
                <c:pt idx="538">
                  <c:v>30.391851252331701</c:v>
                </c:pt>
                <c:pt idx="539">
                  <c:v>30.421446624071098</c:v>
                </c:pt>
                <c:pt idx="540">
                  <c:v>30.379178107403501</c:v>
                </c:pt>
                <c:pt idx="541">
                  <c:v>30.382853479142899</c:v>
                </c:pt>
                <c:pt idx="542">
                  <c:v>30.412448850882399</c:v>
                </c:pt>
                <c:pt idx="543">
                  <c:v>30.344260334214699</c:v>
                </c:pt>
                <c:pt idx="544">
                  <c:v>30.356575705954199</c:v>
                </c:pt>
                <c:pt idx="545">
                  <c:v>30.334331077693601</c:v>
                </c:pt>
                <c:pt idx="546">
                  <c:v>30.266142561026001</c:v>
                </c:pt>
                <c:pt idx="547">
                  <c:v>30.2783894839834</c:v>
                </c:pt>
                <c:pt idx="548">
                  <c:v>30.2950394676065</c:v>
                </c:pt>
                <c:pt idx="549">
                  <c:v>30.244665138475401</c:v>
                </c:pt>
                <c:pt idx="550">
                  <c:v>30.202930809344299</c:v>
                </c:pt>
                <c:pt idx="551">
                  <c:v>30.1525564802131</c:v>
                </c:pt>
                <c:pt idx="552">
                  <c:v>30.223142151082001</c:v>
                </c:pt>
                <c:pt idx="553">
                  <c:v>30.362847821950901</c:v>
                </c:pt>
                <c:pt idx="554">
                  <c:v>30.476633492819801</c:v>
                </c:pt>
                <c:pt idx="555">
                  <c:v>30.5212991636886</c:v>
                </c:pt>
                <c:pt idx="556">
                  <c:v>30.5054848345575</c:v>
                </c:pt>
                <c:pt idx="557">
                  <c:v>30.6019905054264</c:v>
                </c:pt>
                <c:pt idx="558">
                  <c:v>30.551616176295301</c:v>
                </c:pt>
                <c:pt idx="559">
                  <c:v>30.581143099252699</c:v>
                </c:pt>
                <c:pt idx="560">
                  <c:v>30.580370432114101</c:v>
                </c:pt>
                <c:pt idx="561">
                  <c:v>30.5926173550715</c:v>
                </c:pt>
                <c:pt idx="562">
                  <c:v>30.596224278028899</c:v>
                </c:pt>
                <c:pt idx="563">
                  <c:v>30.591191200986302</c:v>
                </c:pt>
                <c:pt idx="564">
                  <c:v>30.540816871855199</c:v>
                </c:pt>
                <c:pt idx="565">
                  <c:v>30.5574668554783</c:v>
                </c:pt>
                <c:pt idx="566">
                  <c:v>30.548196839101401</c:v>
                </c:pt>
                <c:pt idx="567">
                  <c:v>30.547424171962799</c:v>
                </c:pt>
                <c:pt idx="568">
                  <c:v>30.549278336407401</c:v>
                </c:pt>
                <c:pt idx="569">
                  <c:v>30.551132500851999</c:v>
                </c:pt>
                <c:pt idx="570">
                  <c:v>30.550359833713401</c:v>
                </c:pt>
                <c:pt idx="571">
                  <c:v>30.552213998157999</c:v>
                </c:pt>
                <c:pt idx="572">
                  <c:v>30.545428162602601</c:v>
                </c:pt>
                <c:pt idx="573">
                  <c:v>30.547282327047199</c:v>
                </c:pt>
                <c:pt idx="574">
                  <c:v>30.549136491491801</c:v>
                </c:pt>
                <c:pt idx="575">
                  <c:v>30.550568897250798</c:v>
                </c:pt>
                <c:pt idx="576">
                  <c:v>30.549938880873899</c:v>
                </c:pt>
                <c:pt idx="577">
                  <c:v>30.542731286633</c:v>
                </c:pt>
                <c:pt idx="578">
                  <c:v>30.547437015991299</c:v>
                </c:pt>
                <c:pt idx="579">
                  <c:v>30.556088331601</c:v>
                </c:pt>
                <c:pt idx="580">
                  <c:v>30.569434060959299</c:v>
                </c:pt>
                <c:pt idx="581">
                  <c:v>30.5694453765689</c:v>
                </c:pt>
                <c:pt idx="582">
                  <c:v>30.578096692178502</c:v>
                </c:pt>
                <c:pt idx="583">
                  <c:v>30.578108007788099</c:v>
                </c:pt>
                <c:pt idx="584">
                  <c:v>30.571857606765299</c:v>
                </c:pt>
                <c:pt idx="585">
                  <c:v>30.576563336123701</c:v>
                </c:pt>
                <c:pt idx="586">
                  <c:v>30.572629065482001</c:v>
                </c:pt>
                <c:pt idx="587">
                  <c:v>30.5773347948404</c:v>
                </c:pt>
                <c:pt idx="588">
                  <c:v>30.585986110450001</c:v>
                </c:pt>
                <c:pt idx="589">
                  <c:v>30.594637426059599</c:v>
                </c:pt>
                <c:pt idx="590">
                  <c:v>30.582144448831698</c:v>
                </c:pt>
                <c:pt idx="591">
                  <c:v>30.5972994214331</c:v>
                </c:pt>
                <c:pt idx="592">
                  <c:v>30.610645150791399</c:v>
                </c:pt>
                <c:pt idx="593">
                  <c:v>30.6487830920431</c:v>
                </c:pt>
                <c:pt idx="594">
                  <c:v>32.832154266205301</c:v>
                </c:pt>
                <c:pt idx="595">
                  <c:v>33.348005440367601</c:v>
                </c:pt>
                <c:pt idx="596">
                  <c:v>33.310896614529803</c:v>
                </c:pt>
                <c:pt idx="597">
                  <c:v>33.100987788692102</c:v>
                </c:pt>
                <c:pt idx="598">
                  <c:v>33.685958962854301</c:v>
                </c:pt>
                <c:pt idx="599">
                  <c:v>34.080850137016597</c:v>
                </c:pt>
                <c:pt idx="600">
                  <c:v>34.086941311178798</c:v>
                </c:pt>
                <c:pt idx="601">
                  <c:v>33.877032485341097</c:v>
                </c:pt>
                <c:pt idx="602">
                  <c:v>33.924228595662697</c:v>
                </c:pt>
                <c:pt idx="603">
                  <c:v>33.962366536914303</c:v>
                </c:pt>
                <c:pt idx="604">
                  <c:v>33.923162647235998</c:v>
                </c:pt>
                <c:pt idx="605">
                  <c:v>33.944020588487597</c:v>
                </c:pt>
                <c:pt idx="606">
                  <c:v>33.938958529739203</c:v>
                </c:pt>
                <c:pt idx="607">
                  <c:v>33.952385552511302</c:v>
                </c:pt>
                <c:pt idx="608">
                  <c:v>33.968805044661899</c:v>
                </c:pt>
                <c:pt idx="609">
                  <c:v>33.963932168739298</c:v>
                </c:pt>
                <c:pt idx="610">
                  <c:v>36.211473629851902</c:v>
                </c:pt>
                <c:pt idx="611">
                  <c:v>37.266695090964397</c:v>
                </c:pt>
                <c:pt idx="612">
                  <c:v>37.440636552077002</c:v>
                </c:pt>
                <c:pt idx="613">
                  <c:v>37.346738013189501</c:v>
                </c:pt>
                <c:pt idx="614">
                  <c:v>37.331225380594702</c:v>
                </c:pt>
                <c:pt idx="615">
                  <c:v>37.340754391781402</c:v>
                </c:pt>
                <c:pt idx="616">
                  <c:v>37.350283402968103</c:v>
                </c:pt>
                <c:pt idx="617">
                  <c:v>37.350702794339199</c:v>
                </c:pt>
                <c:pt idx="618">
                  <c:v>37.363109918416598</c:v>
                </c:pt>
                <c:pt idx="619">
                  <c:v>37.392797042494102</c:v>
                </c:pt>
                <c:pt idx="620">
                  <c:v>37.4092165346446</c:v>
                </c:pt>
                <c:pt idx="621">
                  <c:v>37.417871208734198</c:v>
                </c:pt>
                <c:pt idx="622">
                  <c:v>37.444680219920897</c:v>
                </c:pt>
                <c:pt idx="623">
                  <c:v>37.834621681033397</c:v>
                </c:pt>
                <c:pt idx="624">
                  <c:v>37.844403142146</c:v>
                </c:pt>
                <c:pt idx="625">
                  <c:v>37.802970509551201</c:v>
                </c:pt>
                <c:pt idx="626">
                  <c:v>37.838419520737901</c:v>
                </c:pt>
                <c:pt idx="627">
                  <c:v>37.813388531924502</c:v>
                </c:pt>
                <c:pt idx="628">
                  <c:v>37.825795656002001</c:v>
                </c:pt>
                <c:pt idx="629">
                  <c:v>37.807655148152499</c:v>
                </c:pt>
                <c:pt idx="630">
                  <c:v>37.790389822242098</c:v>
                </c:pt>
                <c:pt idx="631">
                  <c:v>37.661931283354697</c:v>
                </c:pt>
                <c:pt idx="632">
                  <c:v>37.636430674725801</c:v>
                </c:pt>
                <c:pt idx="633">
                  <c:v>37.666117798803199</c:v>
                </c:pt>
                <c:pt idx="634">
                  <c:v>37.695804922880598</c:v>
                </c:pt>
                <c:pt idx="635">
                  <c:v>37.690932046958103</c:v>
                </c:pt>
                <c:pt idx="636">
                  <c:v>37.699586721047702</c:v>
                </c:pt>
                <c:pt idx="637">
                  <c:v>37.682321395137301</c:v>
                </c:pt>
                <c:pt idx="638">
                  <c:v>37.6650560692269</c:v>
                </c:pt>
                <c:pt idx="639">
                  <c:v>37.693589754693399</c:v>
                </c:pt>
                <c:pt idx="640">
                  <c:v>37.6619764108166</c:v>
                </c:pt>
                <c:pt idx="641">
                  <c:v>37.673230096283099</c:v>
                </c:pt>
                <c:pt idx="642">
                  <c:v>37.6588967524062</c:v>
                </c:pt>
                <c:pt idx="643">
                  <c:v>37.687430437872699</c:v>
                </c:pt>
                <c:pt idx="644">
                  <c:v>37.664124123339299</c:v>
                </c:pt>
                <c:pt idx="645">
                  <c:v>37.692657808805798</c:v>
                </c:pt>
                <c:pt idx="646">
                  <c:v>37.661044464928899</c:v>
                </c:pt>
                <c:pt idx="647">
                  <c:v>37.655018150395399</c:v>
                </c:pt>
                <c:pt idx="648">
                  <c:v>37.657631835861899</c:v>
                </c:pt>
                <c:pt idx="649">
                  <c:v>37.651605521328499</c:v>
                </c:pt>
                <c:pt idx="650">
                  <c:v>37.6199921774516</c:v>
                </c:pt>
                <c:pt idx="651">
                  <c:v>37.5966858629181</c:v>
                </c:pt>
                <c:pt idx="652">
                  <c:v>37.582019548384601</c:v>
                </c:pt>
                <c:pt idx="653">
                  <c:v>37.576326204507801</c:v>
                </c:pt>
                <c:pt idx="654">
                  <c:v>37.5962198899743</c:v>
                </c:pt>
                <c:pt idx="655">
                  <c:v>37.624753575440799</c:v>
                </c:pt>
                <c:pt idx="656">
                  <c:v>37.610087260907299</c:v>
                </c:pt>
                <c:pt idx="657">
                  <c:v>37.612700946373799</c:v>
                </c:pt>
                <c:pt idx="658">
                  <c:v>37.621340946373799</c:v>
                </c:pt>
                <c:pt idx="659">
                  <c:v>37.623954631840299</c:v>
                </c:pt>
                <c:pt idx="660">
                  <c:v>37.626568317306898</c:v>
                </c:pt>
                <c:pt idx="661">
                  <c:v>37.603262002773398</c:v>
                </c:pt>
                <c:pt idx="662">
                  <c:v>37.610768167777699</c:v>
                </c:pt>
                <c:pt idx="663">
                  <c:v>37.6050748239009</c:v>
                </c:pt>
                <c:pt idx="664">
                  <c:v>37.5990485093674</c:v>
                </c:pt>
                <c:pt idx="665">
                  <c:v>37.5843821948339</c:v>
                </c:pt>
                <c:pt idx="666">
                  <c:v>37.595635880300399</c:v>
                </c:pt>
                <c:pt idx="667">
                  <c:v>37.612915880300399</c:v>
                </c:pt>
                <c:pt idx="668">
                  <c:v>37.641449565766898</c:v>
                </c:pt>
                <c:pt idx="669">
                  <c:v>37.545069411877201</c:v>
                </c:pt>
                <c:pt idx="670">
                  <c:v>37.545429927140297</c:v>
                </c:pt>
                <c:pt idx="671">
                  <c:v>37.414489773250502</c:v>
                </c:pt>
                <c:pt idx="672">
                  <c:v>43.074899832425899</c:v>
                </c:pt>
                <c:pt idx="673">
                  <c:v>44.484429891601202</c:v>
                </c:pt>
                <c:pt idx="674">
                  <c:v>44.934919950776603</c:v>
                </c:pt>
                <c:pt idx="675">
                  <c:v>44.986732956956303</c:v>
                </c:pt>
                <c:pt idx="676">
                  <c:v>45.056030223794203</c:v>
                </c:pt>
                <c:pt idx="677">
                  <c:v>45.066526154007597</c:v>
                </c:pt>
                <c:pt idx="678">
                  <c:v>45.091106000117797</c:v>
                </c:pt>
                <c:pt idx="679">
                  <c:v>45.037925846227999</c:v>
                </c:pt>
                <c:pt idx="680">
                  <c:v>44.932905692338302</c:v>
                </c:pt>
                <c:pt idx="681">
                  <c:v>44.801965538448499</c:v>
                </c:pt>
                <c:pt idx="682">
                  <c:v>44.584625384558699</c:v>
                </c:pt>
                <c:pt idx="683">
                  <c:v>44.272245230668901</c:v>
                </c:pt>
                <c:pt idx="684">
                  <c:v>44.265461160882303</c:v>
                </c:pt>
                <c:pt idx="685">
                  <c:v>44.298681006992503</c:v>
                </c:pt>
                <c:pt idx="686">
                  <c:v>44.202300853102699</c:v>
                </c:pt>
                <c:pt idx="687">
                  <c:v>44.071360699212903</c:v>
                </c:pt>
                <c:pt idx="688">
                  <c:v>43.888580545323201</c:v>
                </c:pt>
                <c:pt idx="689">
                  <c:v>43.619400391433402</c:v>
                </c:pt>
                <c:pt idx="690">
                  <c:v>43.332940237543603</c:v>
                </c:pt>
                <c:pt idx="691">
                  <c:v>43.020560083653898</c:v>
                </c:pt>
                <c:pt idx="692">
                  <c:v>39.954570142829198</c:v>
                </c:pt>
                <c:pt idx="693">
                  <c:v>36.879940202004597</c:v>
                </c:pt>
                <c:pt idx="694">
                  <c:v>33.813950261179897</c:v>
                </c:pt>
                <c:pt idx="695">
                  <c:v>33.510210107290099</c:v>
                </c:pt>
                <c:pt idx="696">
                  <c:v>33.206469953400401</c:v>
                </c:pt>
                <c:pt idx="697">
                  <c:v>30.131840012575701</c:v>
                </c:pt>
                <c:pt idx="698">
                  <c:v>29.819459858685999</c:v>
                </c:pt>
                <c:pt idx="699">
                  <c:v>29.481159704796202</c:v>
                </c:pt>
                <c:pt idx="700">
                  <c:v>29.493433495541201</c:v>
                </c:pt>
                <c:pt idx="701">
                  <c:v>29.505707286286299</c:v>
                </c:pt>
                <c:pt idx="702">
                  <c:v>29.500701077031401</c:v>
                </c:pt>
                <c:pt idx="703">
                  <c:v>29.547534867776399</c:v>
                </c:pt>
                <c:pt idx="704">
                  <c:v>29.551168658521501</c:v>
                </c:pt>
                <c:pt idx="705">
                  <c:v>29.5548024492665</c:v>
                </c:pt>
                <c:pt idx="706">
                  <c:v>29.558436240011599</c:v>
                </c:pt>
                <c:pt idx="707">
                  <c:v>26.5277451600858</c:v>
                </c:pt>
                <c:pt idx="708">
                  <c:v>26.540018950830898</c:v>
                </c:pt>
                <c:pt idx="709">
                  <c:v>26.543652741575901</c:v>
                </c:pt>
                <c:pt idx="710">
                  <c:v>23.512961661650198</c:v>
                </c:pt>
                <c:pt idx="711">
                  <c:v>20.4822705817244</c:v>
                </c:pt>
                <c:pt idx="712">
                  <c:v>17.451579501798602</c:v>
                </c:pt>
                <c:pt idx="713">
                  <c:v>15.06666667</c:v>
                </c:pt>
                <c:pt idx="714">
                  <c:v>15.0703004607451</c:v>
                </c:pt>
                <c:pt idx="715">
                  <c:v>15.06666667</c:v>
                </c:pt>
                <c:pt idx="716">
                  <c:v>15.06666667</c:v>
                </c:pt>
                <c:pt idx="717">
                  <c:v>15.06666667</c:v>
                </c:pt>
                <c:pt idx="718">
                  <c:v>15.06666667</c:v>
                </c:pt>
                <c:pt idx="719">
                  <c:v>15.06666667</c:v>
                </c:pt>
                <c:pt idx="720">
                  <c:v>15.06666667</c:v>
                </c:pt>
                <c:pt idx="721">
                  <c:v>15.06666667</c:v>
                </c:pt>
                <c:pt idx="722">
                  <c:v>15.06666667</c:v>
                </c:pt>
                <c:pt idx="723">
                  <c:v>15.06666667</c:v>
                </c:pt>
                <c:pt idx="724">
                  <c:v>15.06666667</c:v>
                </c:pt>
                <c:pt idx="725">
                  <c:v>15.06666667</c:v>
                </c:pt>
                <c:pt idx="726">
                  <c:v>15.06666667</c:v>
                </c:pt>
                <c:pt idx="727">
                  <c:v>15.06666667</c:v>
                </c:pt>
                <c:pt idx="728">
                  <c:v>15.06666667</c:v>
                </c:pt>
                <c:pt idx="729">
                  <c:v>15.06666667</c:v>
                </c:pt>
                <c:pt idx="730">
                  <c:v>15.06666667</c:v>
                </c:pt>
                <c:pt idx="731">
                  <c:v>19.833333329999999</c:v>
                </c:pt>
                <c:pt idx="732">
                  <c:v>19.833333329999999</c:v>
                </c:pt>
                <c:pt idx="733">
                  <c:v>19.833333329999999</c:v>
                </c:pt>
                <c:pt idx="734">
                  <c:v>19.833333329999999</c:v>
                </c:pt>
                <c:pt idx="735">
                  <c:v>19.833333329999999</c:v>
                </c:pt>
                <c:pt idx="736">
                  <c:v>19.833333329999999</c:v>
                </c:pt>
                <c:pt idx="737">
                  <c:v>19.833333329999999</c:v>
                </c:pt>
                <c:pt idx="738">
                  <c:v>19.833333329999999</c:v>
                </c:pt>
                <c:pt idx="739">
                  <c:v>19.833333329999999</c:v>
                </c:pt>
                <c:pt idx="740">
                  <c:v>19.833333329999999</c:v>
                </c:pt>
                <c:pt idx="741">
                  <c:v>19.833333329999999</c:v>
                </c:pt>
                <c:pt idx="742">
                  <c:v>19.833333329999999</c:v>
                </c:pt>
                <c:pt idx="743">
                  <c:v>19.8425225577686</c:v>
                </c:pt>
                <c:pt idx="744">
                  <c:v>19.833333329999999</c:v>
                </c:pt>
                <c:pt idx="745">
                  <c:v>19.833333329999999</c:v>
                </c:pt>
                <c:pt idx="746">
                  <c:v>19.833333329999999</c:v>
                </c:pt>
                <c:pt idx="747">
                  <c:v>19.833333329999999</c:v>
                </c:pt>
                <c:pt idx="748">
                  <c:v>19.833333329999999</c:v>
                </c:pt>
                <c:pt idx="749">
                  <c:v>19.833333329999999</c:v>
                </c:pt>
                <c:pt idx="750">
                  <c:v>19.859802557768599</c:v>
                </c:pt>
                <c:pt idx="751">
                  <c:v>19.877631785537201</c:v>
                </c:pt>
                <c:pt idx="752">
                  <c:v>19.869541013305899</c:v>
                </c:pt>
                <c:pt idx="753">
                  <c:v>19.8614502410745</c:v>
                </c:pt>
                <c:pt idx="754">
                  <c:v>19.853359468843099</c:v>
                </c:pt>
                <c:pt idx="755">
                  <c:v>19.845268696611701</c:v>
                </c:pt>
                <c:pt idx="756">
                  <c:v>19.833333329999999</c:v>
                </c:pt>
                <c:pt idx="757">
                  <c:v>19.885722557768599</c:v>
                </c:pt>
                <c:pt idx="758">
                  <c:v>19.8949117855372</c:v>
                </c:pt>
                <c:pt idx="759">
                  <c:v>19.860901013305899</c:v>
                </c:pt>
                <c:pt idx="760">
                  <c:v>19.844170241074501</c:v>
                </c:pt>
                <c:pt idx="761">
                  <c:v>22.233333330000001</c:v>
                </c:pt>
                <c:pt idx="762">
                  <c:v>22.233333330000001</c:v>
                </c:pt>
                <c:pt idx="763">
                  <c:v>22.249023320660701</c:v>
                </c:pt>
                <c:pt idx="764">
                  <c:v>22.252498738400099</c:v>
                </c:pt>
                <c:pt idx="765">
                  <c:v>22.265857776996501</c:v>
                </c:pt>
                <c:pt idx="766">
                  <c:v>22.271904892585098</c:v>
                </c:pt>
                <c:pt idx="767">
                  <c:v>22.285263931181401</c:v>
                </c:pt>
                <c:pt idx="768">
                  <c:v>22.344908895097699</c:v>
                </c:pt>
                <c:pt idx="769">
                  <c:v>22.377868098718899</c:v>
                </c:pt>
                <c:pt idx="770">
                  <c:v>22.324427302340101</c:v>
                </c:pt>
                <c:pt idx="771">
                  <c:v>22.330350935573598</c:v>
                </c:pt>
                <c:pt idx="772">
                  <c:v>22.335069974169901</c:v>
                </c:pt>
                <c:pt idx="773">
                  <c:v>22.338545391909399</c:v>
                </c:pt>
                <c:pt idx="774">
                  <c:v>22.351904430505702</c:v>
                </c:pt>
                <c:pt idx="775">
                  <c:v>22.3467398482452</c:v>
                </c:pt>
                <c:pt idx="776">
                  <c:v>22.335383481478701</c:v>
                </c:pt>
                <c:pt idx="777">
                  <c:v>22.299222685099899</c:v>
                </c:pt>
                <c:pt idx="778">
                  <c:v>22.2966298006885</c:v>
                </c:pt>
                <c:pt idx="779">
                  <c:v>22.284068839284799</c:v>
                </c:pt>
                <c:pt idx="780">
                  <c:v>22.2901159548735</c:v>
                </c:pt>
                <c:pt idx="781">
                  <c:v>22.293591372613001</c:v>
                </c:pt>
                <c:pt idx="782">
                  <c:v>22.2970667903524</c:v>
                </c:pt>
                <c:pt idx="783">
                  <c:v>22.2944739059411</c:v>
                </c:pt>
                <c:pt idx="784">
                  <c:v>22.2819129445374</c:v>
                </c:pt>
                <c:pt idx="785">
                  <c:v>22.233333330000001</c:v>
                </c:pt>
                <c:pt idx="786">
                  <c:v>22.249023320660701</c:v>
                </c:pt>
                <c:pt idx="787">
                  <c:v>22.237666953894099</c:v>
                </c:pt>
                <c:pt idx="788">
                  <c:v>22.233333330000001</c:v>
                </c:pt>
                <c:pt idx="789">
                  <c:v>22.233333330000001</c:v>
                </c:pt>
                <c:pt idx="790">
                  <c:v>22.233333330000001</c:v>
                </c:pt>
                <c:pt idx="791">
                  <c:v>22.2393220392226</c:v>
                </c:pt>
                <c:pt idx="792">
                  <c:v>22.2589840931597</c:v>
                </c:pt>
                <c:pt idx="793">
                  <c:v>22.2588548239757</c:v>
                </c:pt>
                <c:pt idx="794">
                  <c:v>22.267355199250702</c:v>
                </c:pt>
                <c:pt idx="795">
                  <c:v>22.264769695481998</c:v>
                </c:pt>
                <c:pt idx="796">
                  <c:v>22.2585117494191</c:v>
                </c:pt>
                <c:pt idx="797">
                  <c:v>22.2645662456504</c:v>
                </c:pt>
                <c:pt idx="798">
                  <c:v>22.266948299587501</c:v>
                </c:pt>
                <c:pt idx="799">
                  <c:v>22.275448674862499</c:v>
                </c:pt>
                <c:pt idx="800">
                  <c:v>22.275309050137501</c:v>
                </c:pt>
                <c:pt idx="801">
                  <c:v>22.277691104074599</c:v>
                </c:pt>
                <c:pt idx="802">
                  <c:v>22.277551479349601</c:v>
                </c:pt>
                <c:pt idx="803">
                  <c:v>22.283605975580901</c:v>
                </c:pt>
                <c:pt idx="804">
                  <c:v>22.2834663508559</c:v>
                </c:pt>
                <c:pt idx="805">
                  <c:v>22.2895208470872</c:v>
                </c:pt>
                <c:pt idx="806">
                  <c:v>22.291902901024301</c:v>
                </c:pt>
                <c:pt idx="807">
                  <c:v>22.292281365319699</c:v>
                </c:pt>
                <c:pt idx="808">
                  <c:v>22.300781740594701</c:v>
                </c:pt>
                <c:pt idx="809">
                  <c:v>22.309282115869699</c:v>
                </c:pt>
                <c:pt idx="810">
                  <c:v>22.3030241698068</c:v>
                </c:pt>
                <c:pt idx="811">
                  <c:v>22.311524545081799</c:v>
                </c:pt>
                <c:pt idx="812">
                  <c:v>22.317579041313099</c:v>
                </c:pt>
                <c:pt idx="813">
                  <c:v>22.3113210952502</c:v>
                </c:pt>
                <c:pt idx="814">
                  <c:v>22.311191826066199</c:v>
                </c:pt>
                <c:pt idx="815">
                  <c:v>22.311062556882199</c:v>
                </c:pt>
                <c:pt idx="816">
                  <c:v>22.3048046108193</c:v>
                </c:pt>
                <c:pt idx="817">
                  <c:v>22.298546664756401</c:v>
                </c:pt>
                <c:pt idx="818">
                  <c:v>22.298407219126101</c:v>
                </c:pt>
                <c:pt idx="819">
                  <c:v>22.292149273063199</c:v>
                </c:pt>
                <c:pt idx="820">
                  <c:v>22.2858913270003</c:v>
                </c:pt>
                <c:pt idx="821">
                  <c:v>22.285751702275299</c:v>
                </c:pt>
                <c:pt idx="822">
                  <c:v>22.281150939503299</c:v>
                </c:pt>
                <c:pt idx="823">
                  <c:v>22.280883748295199</c:v>
                </c:pt>
                <c:pt idx="824">
                  <c:v>22.275933146305601</c:v>
                </c:pt>
                <c:pt idx="825">
                  <c:v>22.279622544315998</c:v>
                </c:pt>
                <c:pt idx="826">
                  <c:v>22.2800907188427</c:v>
                </c:pt>
                <c:pt idx="827">
                  <c:v>22.271183527634498</c:v>
                </c:pt>
                <c:pt idx="828">
                  <c:v>22.270916336426399</c:v>
                </c:pt>
                <c:pt idx="829">
                  <c:v>22.265965734436801</c:v>
                </c:pt>
                <c:pt idx="830">
                  <c:v>22.269655132447301</c:v>
                </c:pt>
                <c:pt idx="831">
                  <c:v>22.281984530457699</c:v>
                </c:pt>
                <c:pt idx="832">
                  <c:v>22.277383767685699</c:v>
                </c:pt>
                <c:pt idx="833">
                  <c:v>22.2766669977905</c:v>
                </c:pt>
                <c:pt idx="834">
                  <c:v>22.271716395801</c:v>
                </c:pt>
                <c:pt idx="835">
                  <c:v>22.2719374349155</c:v>
                </c:pt>
                <c:pt idx="836">
                  <c:v>22.271220665020302</c:v>
                </c:pt>
                <c:pt idx="837">
                  <c:v>22.271441704134901</c:v>
                </c:pt>
                <c:pt idx="838">
                  <c:v>22.266840941362901</c:v>
                </c:pt>
                <c:pt idx="839">
                  <c:v>22.267061980477401</c:v>
                </c:pt>
                <c:pt idx="840">
                  <c:v>22.2711012177054</c:v>
                </c:pt>
                <c:pt idx="841">
                  <c:v>22.271569392231999</c:v>
                </c:pt>
                <c:pt idx="842">
                  <c:v>22.297222201023899</c:v>
                </c:pt>
                <c:pt idx="843">
                  <c:v>22.6628289247782</c:v>
                </c:pt>
                <c:pt idx="844">
                  <c:v>22.959315648532499</c:v>
                </c:pt>
                <c:pt idx="845">
                  <c:v>23.091642372286799</c:v>
                </c:pt>
                <c:pt idx="846">
                  <c:v>23.128929096040999</c:v>
                </c:pt>
                <c:pt idx="847">
                  <c:v>23.1921358197953</c:v>
                </c:pt>
                <c:pt idx="848">
                  <c:v>23.255342543549599</c:v>
                </c:pt>
                <c:pt idx="849">
                  <c:v>23.283989267303902</c:v>
                </c:pt>
                <c:pt idx="850">
                  <c:v>23.286715991058198</c:v>
                </c:pt>
                <c:pt idx="851">
                  <c:v>23.263522714812499</c:v>
                </c:pt>
                <c:pt idx="852">
                  <c:v>23.2230494385668</c:v>
                </c:pt>
                <c:pt idx="853">
                  <c:v>23.207287866768301</c:v>
                </c:pt>
                <c:pt idx="854">
                  <c:v>23.2174462949698</c:v>
                </c:pt>
                <c:pt idx="855">
                  <c:v>23.210324723171301</c:v>
                </c:pt>
                <c:pt idx="856">
                  <c:v>23.200626860108301</c:v>
                </c:pt>
                <c:pt idx="857">
                  <c:v>23.176225288309801</c:v>
                </c:pt>
                <c:pt idx="858">
                  <c:v>23.175167425246698</c:v>
                </c:pt>
                <c:pt idx="859">
                  <c:v>23.174109562183698</c:v>
                </c:pt>
                <c:pt idx="860">
                  <c:v>23.164411699120599</c:v>
                </c:pt>
                <c:pt idx="861">
                  <c:v>23.154713836057599</c:v>
                </c:pt>
                <c:pt idx="862">
                  <c:v>23.159983327799001</c:v>
                </c:pt>
                <c:pt idx="863">
                  <c:v>23.158925464736001</c:v>
                </c:pt>
                <c:pt idx="864">
                  <c:v>23.164194956477399</c:v>
                </c:pt>
                <c:pt idx="865">
                  <c:v>23.1608244482189</c:v>
                </c:pt>
                <c:pt idx="866">
                  <c:v>23.161602295929299</c:v>
                </c:pt>
                <c:pt idx="867">
                  <c:v>23.160022846467399</c:v>
                </c:pt>
                <c:pt idx="868">
                  <c:v>23.1503249834043</c:v>
                </c:pt>
                <c:pt idx="869">
                  <c:v>23.1487455339424</c:v>
                </c:pt>
                <c:pt idx="870">
                  <c:v>23.1390476708793</c:v>
                </c:pt>
                <c:pt idx="871">
                  <c:v>23.135677162620802</c:v>
                </c:pt>
                <c:pt idx="872">
                  <c:v>23.134619299557698</c:v>
                </c:pt>
                <c:pt idx="873">
                  <c:v>23.133445998987899</c:v>
                </c:pt>
                <c:pt idx="874">
                  <c:v>23.134223846698401</c:v>
                </c:pt>
                <c:pt idx="875">
                  <c:v>23.133165983635301</c:v>
                </c:pt>
                <c:pt idx="876">
                  <c:v>23.131764255185502</c:v>
                </c:pt>
                <c:pt idx="877">
                  <c:v>23.137033746926999</c:v>
                </c:pt>
                <c:pt idx="878">
                  <c:v>23.133663238668401</c:v>
                </c:pt>
                <c:pt idx="879">
                  <c:v>23.123965375605401</c:v>
                </c:pt>
                <c:pt idx="880">
                  <c:v>23.129234867346799</c:v>
                </c:pt>
                <c:pt idx="881">
                  <c:v>23.119537004283799</c:v>
                </c:pt>
                <c:pt idx="882">
                  <c:v>23.1184791412207</c:v>
                </c:pt>
                <c:pt idx="883">
                  <c:v>23.119256988931198</c:v>
                </c:pt>
                <c:pt idx="884">
                  <c:v>23.120529902710999</c:v>
                </c:pt>
                <c:pt idx="885">
                  <c:v>23.121802816490799</c:v>
                </c:pt>
                <c:pt idx="886">
                  <c:v>23.114400784335601</c:v>
                </c:pt>
                <c:pt idx="887">
                  <c:v>23.113810660213002</c:v>
                </c:pt>
                <c:pt idx="888">
                  <c:v>23.115083573992798</c:v>
                </c:pt>
                <c:pt idx="889">
                  <c:v>23.107716487772599</c:v>
                </c:pt>
                <c:pt idx="890">
                  <c:v>23.1089894015524</c:v>
                </c:pt>
                <c:pt idx="891">
                  <c:v>23.049440884884799</c:v>
                </c:pt>
                <c:pt idx="892">
                  <c:v>23.050713798664599</c:v>
                </c:pt>
                <c:pt idx="893">
                  <c:v>23.050123674541901</c:v>
                </c:pt>
                <c:pt idx="894">
                  <c:v>23.049533550419198</c:v>
                </c:pt>
                <c:pt idx="895">
                  <c:v>23.0489434262965</c:v>
                </c:pt>
                <c:pt idx="896">
                  <c:v>23.052852507882399</c:v>
                </c:pt>
                <c:pt idx="897">
                  <c:v>23.048121589468199</c:v>
                </c:pt>
                <c:pt idx="898">
                  <c:v>23.052030671053998</c:v>
                </c:pt>
                <c:pt idx="899">
                  <c:v>23.0489307292709</c:v>
                </c:pt>
                <c:pt idx="900">
                  <c:v>23.055150402835501</c:v>
                </c:pt>
                <c:pt idx="901">
                  <c:v>23.047783316615298</c:v>
                </c:pt>
                <c:pt idx="902">
                  <c:v>23.043052398201102</c:v>
                </c:pt>
                <c:pt idx="903">
                  <c:v>23.055367769940499</c:v>
                </c:pt>
                <c:pt idx="904">
                  <c:v>23.052947443505001</c:v>
                </c:pt>
                <c:pt idx="905">
                  <c:v>23.065838001065199</c:v>
                </c:pt>
                <c:pt idx="906">
                  <c:v>23.0954333728046</c:v>
                </c:pt>
                <c:pt idx="907">
                  <c:v>23.1250287445441</c:v>
                </c:pt>
                <c:pt idx="908">
                  <c:v>23.129279302104202</c:v>
                </c:pt>
                <c:pt idx="909">
                  <c:v>23.1070346738436</c:v>
                </c:pt>
                <c:pt idx="910">
                  <c:v>23.102645231403802</c:v>
                </c:pt>
                <c:pt idx="911">
                  <c:v>23.1002249049683</c:v>
                </c:pt>
                <c:pt idx="912">
                  <c:v>23.090812237829699</c:v>
                </c:pt>
                <c:pt idx="913">
                  <c:v>23.0986795706911</c:v>
                </c:pt>
                <c:pt idx="914">
                  <c:v>23.089409554314202</c:v>
                </c:pt>
                <c:pt idx="915">
                  <c:v>23.0912637187588</c:v>
                </c:pt>
                <c:pt idx="916">
                  <c:v>23.092696124517801</c:v>
                </c:pt>
                <c:pt idx="917">
                  <c:v>23.094550288962399</c:v>
                </c:pt>
                <c:pt idx="918">
                  <c:v>23.096404453407001</c:v>
                </c:pt>
                <c:pt idx="919">
                  <c:v>23.089196859166002</c:v>
                </c:pt>
                <c:pt idx="920">
                  <c:v>23.0797841920274</c:v>
                </c:pt>
                <c:pt idx="921">
                  <c:v>23.070371524888799</c:v>
                </c:pt>
                <c:pt idx="922">
                  <c:v>23.0762346460129</c:v>
                </c:pt>
                <c:pt idx="923">
                  <c:v>23.069027051771901</c:v>
                </c:pt>
                <c:pt idx="924">
                  <c:v>23.070459457530902</c:v>
                </c:pt>
                <c:pt idx="925">
                  <c:v>23.063251863289999</c:v>
                </c:pt>
                <c:pt idx="926">
                  <c:v>23.056044269049</c:v>
                </c:pt>
                <c:pt idx="927">
                  <c:v>23.057476674808001</c:v>
                </c:pt>
                <c:pt idx="928">
                  <c:v>23.058909080566998</c:v>
                </c:pt>
                <c:pt idx="929">
                  <c:v>23.064772201691099</c:v>
                </c:pt>
                <c:pt idx="930">
                  <c:v>23.0575646074501</c:v>
                </c:pt>
                <c:pt idx="931">
                  <c:v>23.054787728574201</c:v>
                </c:pt>
                <c:pt idx="932">
                  <c:v>23.054279548487902</c:v>
                </c:pt>
                <c:pt idx="933">
                  <c:v>23.053771368401598</c:v>
                </c:pt>
                <c:pt idx="934">
                  <c:v>23.0465637741606</c:v>
                </c:pt>
                <c:pt idx="935">
                  <c:v>23.0460555940743</c:v>
                </c:pt>
                <c:pt idx="936">
                  <c:v>23.045547413988</c:v>
                </c:pt>
                <c:pt idx="937">
                  <c:v>23.036134746849399</c:v>
                </c:pt>
                <c:pt idx="938">
                  <c:v>23.035626566763099</c:v>
                </c:pt>
                <c:pt idx="939">
                  <c:v>23.034853899624402</c:v>
                </c:pt>
                <c:pt idx="940">
                  <c:v>23.034223883247599</c:v>
                </c:pt>
                <c:pt idx="941">
                  <c:v>23.042233866870699</c:v>
                </c:pt>
                <c:pt idx="942">
                  <c:v>23.045840789828102</c:v>
                </c:pt>
                <c:pt idx="943">
                  <c:v>23.030950388805199</c:v>
                </c:pt>
                <c:pt idx="944">
                  <c:v>23.016059987782398</c:v>
                </c:pt>
                <c:pt idx="945">
                  <c:v>23.009809586759499</c:v>
                </c:pt>
                <c:pt idx="946">
                  <c:v>23.0163245593608</c:v>
                </c:pt>
                <c:pt idx="947">
                  <c:v>23.0038315821329</c:v>
                </c:pt>
                <c:pt idx="948">
                  <c:v>22.999187692454498</c:v>
                </c:pt>
                <c:pt idx="949">
                  <c:v>22.9599838027762</c:v>
                </c:pt>
                <c:pt idx="950">
                  <c:v>22.998121744027799</c:v>
                </c:pt>
                <c:pt idx="951">
                  <c:v>22.975779685279399</c:v>
                </c:pt>
                <c:pt idx="952">
                  <c:v>22.989206708051601</c:v>
                </c:pt>
                <c:pt idx="953">
                  <c:v>22.958224649303201</c:v>
                </c:pt>
                <c:pt idx="954">
                  <c:v>22.9543716720753</c:v>
                </c:pt>
                <c:pt idx="955">
                  <c:v>22.967798694847399</c:v>
                </c:pt>
                <c:pt idx="956">
                  <c:v>22.987468293824602</c:v>
                </c:pt>
                <c:pt idx="957">
                  <c:v>22.966335316596702</c:v>
                </c:pt>
                <c:pt idx="958">
                  <c:v>22.986004915573801</c:v>
                </c:pt>
                <c:pt idx="959">
                  <c:v>22.973511938345901</c:v>
                </c:pt>
                <c:pt idx="960">
                  <c:v>22.952378961118001</c:v>
                </c:pt>
                <c:pt idx="961">
                  <c:v>22.9634085600952</c:v>
                </c:pt>
                <c:pt idx="962">
                  <c:v>22.985475582867299</c:v>
                </c:pt>
                <c:pt idx="963">
                  <c:v>22.981622605639402</c:v>
                </c:pt>
                <c:pt idx="964">
                  <c:v>23.001292204616501</c:v>
                </c:pt>
                <c:pt idx="965">
                  <c:v>22.995041803593601</c:v>
                </c:pt>
                <c:pt idx="966">
                  <c:v>22.992916776194999</c:v>
                </c:pt>
                <c:pt idx="967">
                  <c:v>22.978026375172099</c:v>
                </c:pt>
                <c:pt idx="968">
                  <c:v>22.9717759741492</c:v>
                </c:pt>
                <c:pt idx="969">
                  <c:v>22.986930946750501</c:v>
                </c:pt>
                <c:pt idx="970">
                  <c:v>23.0066005457277</c:v>
                </c:pt>
                <c:pt idx="971">
                  <c:v>22.9917101447048</c:v>
                </c:pt>
                <c:pt idx="972">
                  <c:v>23.0113797436819</c:v>
                </c:pt>
                <c:pt idx="973">
                  <c:v>23.020034417771502</c:v>
                </c:pt>
                <c:pt idx="974">
                  <c:v>23.0200490918611</c:v>
                </c:pt>
                <c:pt idx="975">
                  <c:v>23.037343765950698</c:v>
                </c:pt>
                <c:pt idx="976">
                  <c:v>23.0373584400403</c:v>
                </c:pt>
                <c:pt idx="977">
                  <c:v>23.020093114129999</c:v>
                </c:pt>
                <c:pt idx="978">
                  <c:v>23.020107788219601</c:v>
                </c:pt>
                <c:pt idx="979">
                  <c:v>22.9942024623092</c:v>
                </c:pt>
                <c:pt idx="980">
                  <c:v>22.976937136398799</c:v>
                </c:pt>
                <c:pt idx="981">
                  <c:v>22.9933566285493</c:v>
                </c:pt>
                <c:pt idx="982">
                  <c:v>23.001136120699801</c:v>
                </c:pt>
                <c:pt idx="983">
                  <c:v>23.009790794789399</c:v>
                </c:pt>
                <c:pt idx="984">
                  <c:v>23.027085468879001</c:v>
                </c:pt>
                <c:pt idx="985">
                  <c:v>23.044380142968599</c:v>
                </c:pt>
                <c:pt idx="986">
                  <c:v>23.044394817058301</c:v>
                </c:pt>
                <c:pt idx="987">
                  <c:v>23.053049491147899</c:v>
                </c:pt>
                <c:pt idx="988">
                  <c:v>23.070344165237501</c:v>
                </c:pt>
                <c:pt idx="989">
                  <c:v>23.070358839327099</c:v>
                </c:pt>
                <c:pt idx="990">
                  <c:v>23.053093513416702</c:v>
                </c:pt>
                <c:pt idx="991">
                  <c:v>23.0444681875063</c:v>
                </c:pt>
                <c:pt idx="992">
                  <c:v>23.053122861595899</c:v>
                </c:pt>
                <c:pt idx="993">
                  <c:v>23.035857535685501</c:v>
                </c:pt>
                <c:pt idx="994">
                  <c:v>23.0358722097751</c:v>
                </c:pt>
                <c:pt idx="995">
                  <c:v>23.018606883864699</c:v>
                </c:pt>
                <c:pt idx="996">
                  <c:v>22.996454007942202</c:v>
                </c:pt>
                <c:pt idx="997">
                  <c:v>23.0051086820318</c:v>
                </c:pt>
                <c:pt idx="998">
                  <c:v>22.986968174182302</c:v>
                </c:pt>
                <c:pt idx="999">
                  <c:v>22.969702848271901</c:v>
                </c:pt>
                <c:pt idx="1000">
                  <c:v>22.9524375223615</c:v>
                </c:pt>
                <c:pt idx="1001">
                  <c:v>22.952452196451102</c:v>
                </c:pt>
                <c:pt idx="1002">
                  <c:v>22.971377701241899</c:v>
                </c:pt>
                <c:pt idx="1003">
                  <c:v>22.987797193392399</c:v>
                </c:pt>
                <c:pt idx="1004">
                  <c:v>22.9714679690263</c:v>
                </c:pt>
                <c:pt idx="1005">
                  <c:v>22.961694134030601</c:v>
                </c:pt>
                <c:pt idx="1006">
                  <c:v>22.981920790153801</c:v>
                </c:pt>
                <c:pt idx="1007">
                  <c:v>22.976227446276901</c:v>
                </c:pt>
                <c:pt idx="1008">
                  <c:v>22.979174102399998</c:v>
                </c:pt>
                <c:pt idx="1009">
                  <c:v>22.9521202674044</c:v>
                </c:pt>
                <c:pt idx="1010">
                  <c:v>22.9596264324088</c:v>
                </c:pt>
                <c:pt idx="1011">
                  <c:v>22.958492597413098</c:v>
                </c:pt>
                <c:pt idx="1012">
                  <c:v>22.957358762417499</c:v>
                </c:pt>
                <c:pt idx="1013">
                  <c:v>22.930304927421801</c:v>
                </c:pt>
                <c:pt idx="1014">
                  <c:v>22.933251583545001</c:v>
                </c:pt>
                <c:pt idx="1015">
                  <c:v>22.936198239668101</c:v>
                </c:pt>
                <c:pt idx="1016">
                  <c:v>22.930504895791199</c:v>
                </c:pt>
                <c:pt idx="1017">
                  <c:v>22.924811551914399</c:v>
                </c:pt>
                <c:pt idx="1018">
                  <c:v>22.936398208037499</c:v>
                </c:pt>
                <c:pt idx="1019">
                  <c:v>22.939344864160699</c:v>
                </c:pt>
                <c:pt idx="1020">
                  <c:v>22.950931520283799</c:v>
                </c:pt>
                <c:pt idx="1021">
                  <c:v>22.962518176406999</c:v>
                </c:pt>
                <c:pt idx="1022">
                  <c:v>22.956824832530099</c:v>
                </c:pt>
                <c:pt idx="1023">
                  <c:v>22.9338514886533</c:v>
                </c:pt>
                <c:pt idx="1024">
                  <c:v>22.9454381447764</c:v>
                </c:pt>
                <c:pt idx="1025">
                  <c:v>22.939744800899501</c:v>
                </c:pt>
                <c:pt idx="1026">
                  <c:v>22.942691457022701</c:v>
                </c:pt>
                <c:pt idx="1027">
                  <c:v>22.945638113145801</c:v>
                </c:pt>
                <c:pt idx="1028">
                  <c:v>22.957224769269001</c:v>
                </c:pt>
                <c:pt idx="1029">
                  <c:v>22.968811425392101</c:v>
                </c:pt>
                <c:pt idx="1030">
                  <c:v>22.967677590396502</c:v>
                </c:pt>
                <c:pt idx="1031">
                  <c:v>22.9579037554008</c:v>
                </c:pt>
                <c:pt idx="1032">
                  <c:v>22.969490411523999</c:v>
                </c:pt>
                <c:pt idx="1033">
                  <c:v>22.9724370676471</c:v>
                </c:pt>
                <c:pt idx="1034">
                  <c:v>22.7118969137573</c:v>
                </c:pt>
                <c:pt idx="1035">
                  <c:v>22.503196759867599</c:v>
                </c:pt>
                <c:pt idx="1036">
                  <c:v>22.398176605977799</c:v>
                </c:pt>
                <c:pt idx="1037">
                  <c:v>22.467473872815699</c:v>
                </c:pt>
                <c:pt idx="1038">
                  <c:v>22.500693718926001</c:v>
                </c:pt>
                <c:pt idx="1039">
                  <c:v>22.499353565036198</c:v>
                </c:pt>
                <c:pt idx="1040">
                  <c:v>22.4148094952495</c:v>
                </c:pt>
                <c:pt idx="1041">
                  <c:v>22.377780294108501</c:v>
                </c:pt>
                <c:pt idx="1042">
                  <c:v>22.403877560946501</c:v>
                </c:pt>
                <c:pt idx="1043">
                  <c:v>22.4359683598055</c:v>
                </c:pt>
                <c:pt idx="1044">
                  <c:v>22.312939019173299</c:v>
                </c:pt>
                <c:pt idx="1045">
                  <c:v>22.382236286011299</c:v>
                </c:pt>
                <c:pt idx="1046">
                  <c:v>22.3063322162246</c:v>
                </c:pt>
                <c:pt idx="1047">
                  <c:v>22.261792062334901</c:v>
                </c:pt>
                <c:pt idx="1048">
                  <c:v>22.175365068514601</c:v>
                </c:pt>
                <c:pt idx="1049">
                  <c:v>22.213215984388</c:v>
                </c:pt>
                <c:pt idx="1050">
                  <c:v>22.239496499651199</c:v>
                </c:pt>
                <c:pt idx="1051">
                  <c:v>22.205113766489099</c:v>
                </c:pt>
                <c:pt idx="1052">
                  <c:v>22.284729696702499</c:v>
                </c:pt>
                <c:pt idx="1053">
                  <c:v>22.317949542812698</c:v>
                </c:pt>
                <c:pt idx="1054">
                  <c:v>22.238849388922901</c:v>
                </c:pt>
                <c:pt idx="1055">
                  <c:v>22.107909235033201</c:v>
                </c:pt>
                <c:pt idx="1056">
                  <c:v>21.873289081143401</c:v>
                </c:pt>
                <c:pt idx="1057">
                  <c:v>21.6732289272536</c:v>
                </c:pt>
                <c:pt idx="1058">
                  <c:v>21.499088773363798</c:v>
                </c:pt>
                <c:pt idx="1059">
                  <c:v>21.290388619474101</c:v>
                </c:pt>
                <c:pt idx="1060">
                  <c:v>21.003928465584298</c:v>
                </c:pt>
                <c:pt idx="1061">
                  <c:v>20.682908311694501</c:v>
                </c:pt>
                <c:pt idx="1062">
                  <c:v>20.370528157804799</c:v>
                </c:pt>
                <c:pt idx="1063">
                  <c:v>20.032228003915002</c:v>
                </c:pt>
                <c:pt idx="1064">
                  <c:v>20.004967850025199</c:v>
                </c:pt>
                <c:pt idx="1065">
                  <c:v>20.0167356503602</c:v>
                </c:pt>
                <c:pt idx="1066">
                  <c:v>19.950743450695199</c:v>
                </c:pt>
                <c:pt idx="1067">
                  <c:v>19.8761112510301</c:v>
                </c:pt>
                <c:pt idx="1068">
                  <c:v>19.7755590513651</c:v>
                </c:pt>
                <c:pt idx="1069">
                  <c:v>19.8828728421101</c:v>
                </c:pt>
                <c:pt idx="1070">
                  <c:v>20.007466632855198</c:v>
                </c:pt>
                <c:pt idx="1071">
                  <c:v>20.097500423600302</c:v>
                </c:pt>
                <c:pt idx="1072">
                  <c:v>20.144334214345299</c:v>
                </c:pt>
                <c:pt idx="1073">
                  <c:v>20.147002180619499</c:v>
                </c:pt>
                <c:pt idx="1074">
                  <c:v>20.1414899809544</c:v>
                </c:pt>
                <c:pt idx="1075">
                  <c:v>20.0668577812894</c:v>
                </c:pt>
                <c:pt idx="1076">
                  <c:v>19.957665581624401</c:v>
                </c:pt>
                <c:pt idx="1077">
                  <c:v>20.0649793723694</c:v>
                </c:pt>
                <c:pt idx="1078">
                  <c:v>19.781808292443699</c:v>
                </c:pt>
                <c:pt idx="1079">
                  <c:v>20.163917212517902</c:v>
                </c:pt>
                <c:pt idx="1080">
                  <c:v>19.604266132592102</c:v>
                </c:pt>
                <c:pt idx="1081">
                  <c:v>19.526800651037</c:v>
                </c:pt>
                <c:pt idx="1082">
                  <c:v>19.558353964186001</c:v>
                </c:pt>
                <c:pt idx="1083">
                  <c:v>19.528345069335899</c:v>
                </c:pt>
                <c:pt idx="1084">
                  <c:v>19.593376174485801</c:v>
                </c:pt>
                <c:pt idx="1085">
                  <c:v>19.564449487634899</c:v>
                </c:pt>
                <c:pt idx="1086">
                  <c:v>19.500962800783899</c:v>
                </c:pt>
                <c:pt idx="1087">
                  <c:v>19.531433905933799</c:v>
                </c:pt>
                <c:pt idx="1088">
                  <c:v>19.492785011083701</c:v>
                </c:pt>
                <c:pt idx="1089">
                  <c:v>19.5232561162336</c:v>
                </c:pt>
                <c:pt idx="1090">
                  <c:v>19.595044082507801</c:v>
                </c:pt>
                <c:pt idx="1091">
                  <c:v>19.7018518828427</c:v>
                </c:pt>
                <c:pt idx="1092">
                  <c:v>19.626759849116901</c:v>
                </c:pt>
                <c:pt idx="1093">
                  <c:v>19.629427815391001</c:v>
                </c:pt>
                <c:pt idx="1094">
                  <c:v>19.606635615725999</c:v>
                </c:pt>
                <c:pt idx="1095">
                  <c:v>19.549283416061002</c:v>
                </c:pt>
                <c:pt idx="1096">
                  <c:v>19.833333329999999</c:v>
                </c:pt>
                <c:pt idx="1097">
                  <c:v>19.833333329999999</c:v>
                </c:pt>
                <c:pt idx="1098">
                  <c:v>19.920282557768601</c:v>
                </c:pt>
                <c:pt idx="1099">
                  <c:v>19.865961230274799</c:v>
                </c:pt>
                <c:pt idx="1100">
                  <c:v>19.833333329999999</c:v>
                </c:pt>
                <c:pt idx="1101">
                  <c:v>19.833333329999999</c:v>
                </c:pt>
                <c:pt idx="1102">
                  <c:v>19.833333329999999</c:v>
                </c:pt>
                <c:pt idx="1103">
                  <c:v>19.833333329999999</c:v>
                </c:pt>
                <c:pt idx="1104">
                  <c:v>19.833333329999999</c:v>
                </c:pt>
                <c:pt idx="1105">
                  <c:v>19.833333329999999</c:v>
                </c:pt>
                <c:pt idx="1106">
                  <c:v>19.833333329999999</c:v>
                </c:pt>
                <c:pt idx="1107">
                  <c:v>19.850577139740199</c:v>
                </c:pt>
                <c:pt idx="1108">
                  <c:v>19.8589561204139</c:v>
                </c:pt>
                <c:pt idx="1109">
                  <c:v>19.853066192658201</c:v>
                </c:pt>
                <c:pt idx="1110">
                  <c:v>19.928344865164402</c:v>
                </c:pt>
                <c:pt idx="1111">
                  <c:v>19.908583537670602</c:v>
                </c:pt>
                <c:pt idx="1112">
                  <c:v>19.854262210176799</c:v>
                </c:pt>
                <c:pt idx="1113">
                  <c:v>19.833333329999999</c:v>
                </c:pt>
                <c:pt idx="1114">
                  <c:v>19.833333329999999</c:v>
                </c:pt>
                <c:pt idx="1115">
                  <c:v>19.833333329999999</c:v>
                </c:pt>
                <c:pt idx="1116">
                  <c:v>19.911642557768602</c:v>
                </c:pt>
                <c:pt idx="1117">
                  <c:v>19.955391785537199</c:v>
                </c:pt>
                <c:pt idx="1118">
                  <c:v>20.025061013305901</c:v>
                </c:pt>
                <c:pt idx="1119">
                  <c:v>20.068810241074502</c:v>
                </c:pt>
                <c:pt idx="1120">
                  <c:v>20.147119468843101</c:v>
                </c:pt>
                <c:pt idx="1121">
                  <c:v>20.182228696611698</c:v>
                </c:pt>
                <c:pt idx="1122">
                  <c:v>20.2402273691179</c:v>
                </c:pt>
                <c:pt idx="1123">
                  <c:v>20.2204660416241</c:v>
                </c:pt>
                <c:pt idx="1124">
                  <c:v>20.2901352693927</c:v>
                </c:pt>
                <c:pt idx="1125">
                  <c:v>20.3252444971614</c:v>
                </c:pt>
                <c:pt idx="1126">
                  <c:v>22.233333330000001</c:v>
                </c:pt>
                <c:pt idx="1127">
                  <c:v>22.233333330000001</c:v>
                </c:pt>
                <c:pt idx="1128">
                  <c:v>22.266292533621201</c:v>
                </c:pt>
                <c:pt idx="1129">
                  <c:v>22.290622524281801</c:v>
                </c:pt>
                <c:pt idx="1130">
                  <c:v>22.367547488198099</c:v>
                </c:pt>
                <c:pt idx="1131">
                  <c:v>22.400517478858799</c:v>
                </c:pt>
                <c:pt idx="1132">
                  <c:v>22.347076682480001</c:v>
                </c:pt>
                <c:pt idx="1133">
                  <c:v>22.380046673140601</c:v>
                </c:pt>
                <c:pt idx="1134">
                  <c:v>22.413016663801301</c:v>
                </c:pt>
                <c:pt idx="1135">
                  <c:v>22.3595758674225</c:v>
                </c:pt>
                <c:pt idx="1136">
                  <c:v>22.340705858083101</c:v>
                </c:pt>
                <c:pt idx="1137">
                  <c:v>22.365035848743801</c:v>
                </c:pt>
                <c:pt idx="1138">
                  <c:v>22.389365839404402</c:v>
                </c:pt>
                <c:pt idx="1139">
                  <c:v>22.413695830065102</c:v>
                </c:pt>
                <c:pt idx="1140">
                  <c:v>22.3861858207257</c:v>
                </c:pt>
                <c:pt idx="1141">
                  <c:v>22.4018758113864</c:v>
                </c:pt>
                <c:pt idx="1142">
                  <c:v>22.390519444619901</c:v>
                </c:pt>
                <c:pt idx="1143">
                  <c:v>22.3630094352805</c:v>
                </c:pt>
                <c:pt idx="1144">
                  <c:v>22.3700594259412</c:v>
                </c:pt>
                <c:pt idx="1145">
                  <c:v>22.359829416601801</c:v>
                </c:pt>
                <c:pt idx="1146">
                  <c:v>22.348473049835299</c:v>
                </c:pt>
                <c:pt idx="1147">
                  <c:v>22.3371166830688</c:v>
                </c:pt>
                <c:pt idx="1148">
                  <c:v>22.318246673729401</c:v>
                </c:pt>
                <c:pt idx="1149">
                  <c:v>22.324170306962898</c:v>
                </c:pt>
                <c:pt idx="1150">
                  <c:v>22.312813940196399</c:v>
                </c:pt>
                <c:pt idx="1151">
                  <c:v>22.293943930857001</c:v>
                </c:pt>
                <c:pt idx="1152">
                  <c:v>22.283713921517698</c:v>
                </c:pt>
                <c:pt idx="1153">
                  <c:v>22.2648439121783</c:v>
                </c:pt>
                <c:pt idx="1154">
                  <c:v>22.253487545411801</c:v>
                </c:pt>
                <c:pt idx="1155">
                  <c:v>22.233333330000001</c:v>
                </c:pt>
                <c:pt idx="1156">
                  <c:v>22.233333330000001</c:v>
                </c:pt>
                <c:pt idx="1157">
                  <c:v>22.221527635969402</c:v>
                </c:pt>
                <c:pt idx="1158">
                  <c:v>22.244281941938802</c:v>
                </c:pt>
                <c:pt idx="1159">
                  <c:v>22.223836247908299</c:v>
                </c:pt>
                <c:pt idx="1160">
                  <c:v>22.246590553877699</c:v>
                </c:pt>
                <c:pt idx="1161">
                  <c:v>22.2261448598471</c:v>
                </c:pt>
                <c:pt idx="1162">
                  <c:v>22.214339165816501</c:v>
                </c:pt>
                <c:pt idx="1163">
                  <c:v>22.202533471785902</c:v>
                </c:pt>
                <c:pt idx="1164">
                  <c:v>22.199367777755299</c:v>
                </c:pt>
                <c:pt idx="1165">
                  <c:v>22.187562083724799</c:v>
                </c:pt>
                <c:pt idx="1166">
                  <c:v>22.2072241376619</c:v>
                </c:pt>
                <c:pt idx="1167">
                  <c:v>22.186778443631301</c:v>
                </c:pt>
                <c:pt idx="1168">
                  <c:v>22.166332749600699</c:v>
                </c:pt>
                <c:pt idx="1169">
                  <c:v>22.177354803537799</c:v>
                </c:pt>
                <c:pt idx="1170">
                  <c:v>22.148269109507201</c:v>
                </c:pt>
                <c:pt idx="1171">
                  <c:v>22.150651163444302</c:v>
                </c:pt>
                <c:pt idx="1172">
                  <c:v>22.199325469413701</c:v>
                </c:pt>
                <c:pt idx="1173">
                  <c:v>22.218987523350801</c:v>
                </c:pt>
                <c:pt idx="1174">
                  <c:v>22.215821829320301</c:v>
                </c:pt>
                <c:pt idx="1175">
                  <c:v>22.212656135289699</c:v>
                </c:pt>
                <c:pt idx="1176">
                  <c:v>22.1835704412591</c:v>
                </c:pt>
                <c:pt idx="1177">
                  <c:v>22.180404747228501</c:v>
                </c:pt>
                <c:pt idx="1178">
                  <c:v>22.185879053197901</c:v>
                </c:pt>
                <c:pt idx="1179">
                  <c:v>22.191353359167401</c:v>
                </c:pt>
                <c:pt idx="1180">
                  <c:v>22.2659476651368</c:v>
                </c:pt>
                <c:pt idx="1181">
                  <c:v>22.2627819711062</c:v>
                </c:pt>
                <c:pt idx="1182">
                  <c:v>22.3028162770756</c:v>
                </c:pt>
                <c:pt idx="1183">
                  <c:v>22.308290583045</c:v>
                </c:pt>
                <c:pt idx="1184">
                  <c:v>22.3137648890145</c:v>
                </c:pt>
                <c:pt idx="1185">
                  <c:v>22.333426942951601</c:v>
                </c:pt>
                <c:pt idx="1186">
                  <c:v>22.338901248921001</c:v>
                </c:pt>
                <c:pt idx="1187">
                  <c:v>22.307067972675299</c:v>
                </c:pt>
                <c:pt idx="1188">
                  <c:v>22.2752346964295</c:v>
                </c:pt>
                <c:pt idx="1189">
                  <c:v>22.243401420183801</c:v>
                </c:pt>
                <c:pt idx="1190">
                  <c:v>22.269054228975701</c:v>
                </c:pt>
                <c:pt idx="1191">
                  <c:v>22.237220952729999</c:v>
                </c:pt>
                <c:pt idx="1192">
                  <c:v>22.2053876764843</c:v>
                </c:pt>
                <c:pt idx="1193">
                  <c:v>22.1908344002386</c:v>
                </c:pt>
                <c:pt idx="1194">
                  <c:v>22.150361123992901</c:v>
                </c:pt>
                <c:pt idx="1195">
                  <c:v>22.149644354097699</c:v>
                </c:pt>
                <c:pt idx="1196">
                  <c:v>22.148080607667001</c:v>
                </c:pt>
                <c:pt idx="1197">
                  <c:v>22.160410005677399</c:v>
                </c:pt>
                <c:pt idx="1198">
                  <c:v>22.1596685318043</c:v>
                </c:pt>
                <c:pt idx="1199">
                  <c:v>21.972315255558598</c:v>
                </c:pt>
                <c:pt idx="1200">
                  <c:v>21.967714492786602</c:v>
                </c:pt>
                <c:pt idx="1201">
                  <c:v>21.9681826673133</c:v>
                </c:pt>
                <c:pt idx="1202">
                  <c:v>21.959275476105098</c:v>
                </c:pt>
                <c:pt idx="1203">
                  <c:v>21.950368284896999</c:v>
                </c:pt>
                <c:pt idx="1204">
                  <c:v>21.941461093688901</c:v>
                </c:pt>
                <c:pt idx="1205">
                  <c:v>21.967113902480701</c:v>
                </c:pt>
                <c:pt idx="1206">
                  <c:v>21.969840626235001</c:v>
                </c:pt>
                <c:pt idx="1207">
                  <c:v>21.929367349989299</c:v>
                </c:pt>
                <c:pt idx="1208">
                  <c:v>21.8802540737436</c:v>
                </c:pt>
                <c:pt idx="1209">
                  <c:v>21.865700797497901</c:v>
                </c:pt>
                <c:pt idx="1210">
                  <c:v>22.0325875212522</c:v>
                </c:pt>
                <c:pt idx="1211">
                  <c:v>22.0439542450065</c:v>
                </c:pt>
                <c:pt idx="1212">
                  <c:v>22.0466809687608</c:v>
                </c:pt>
                <c:pt idx="1213">
                  <c:v>22.0494076925151</c:v>
                </c:pt>
                <c:pt idx="1214">
                  <c:v>22.066420501306901</c:v>
                </c:pt>
                <c:pt idx="1215">
                  <c:v>22.1123472250612</c:v>
                </c:pt>
                <c:pt idx="1216">
                  <c:v>22.123713948815499</c:v>
                </c:pt>
                <c:pt idx="1217">
                  <c:v>22.1005206725698</c:v>
                </c:pt>
                <c:pt idx="1218">
                  <c:v>22.171159100771298</c:v>
                </c:pt>
                <c:pt idx="1219">
                  <c:v>22.181317528972802</c:v>
                </c:pt>
                <c:pt idx="1220">
                  <c:v>22.208755957174301</c:v>
                </c:pt>
                <c:pt idx="1221">
                  <c:v>22.270754385375799</c:v>
                </c:pt>
                <c:pt idx="1222">
                  <c:v>22.306832813577302</c:v>
                </c:pt>
                <c:pt idx="1223">
                  <c:v>22.3429112417789</c:v>
                </c:pt>
                <c:pt idx="1224">
                  <c:v>22.370349669980399</c:v>
                </c:pt>
                <c:pt idx="1225">
                  <c:v>22.440988098181901</c:v>
                </c:pt>
                <c:pt idx="1226">
                  <c:v>22.511626526383399</c:v>
                </c:pt>
                <c:pt idx="1227">
                  <c:v>22.5822649545849</c:v>
                </c:pt>
                <c:pt idx="1228">
                  <c:v>22.618343382786399</c:v>
                </c:pt>
                <c:pt idx="1229">
                  <c:v>22.637141810987899</c:v>
                </c:pt>
                <c:pt idx="1230">
                  <c:v>22.681860239189401</c:v>
                </c:pt>
                <c:pt idx="1231">
                  <c:v>22.7265786673909</c:v>
                </c:pt>
                <c:pt idx="1232">
                  <c:v>22.788577095592402</c:v>
                </c:pt>
                <c:pt idx="1233">
                  <c:v>22.8592155237939</c:v>
                </c:pt>
                <c:pt idx="1234">
                  <c:v>22.9730539519954</c:v>
                </c:pt>
                <c:pt idx="1235">
                  <c:v>23.0868923801969</c:v>
                </c:pt>
                <c:pt idx="1236">
                  <c:v>23.174810808398401</c:v>
                </c:pt>
                <c:pt idx="1237">
                  <c:v>23.254089236599999</c:v>
                </c:pt>
                <c:pt idx="1238">
                  <c:v>23.316087664801501</c:v>
                </c:pt>
                <c:pt idx="1239">
                  <c:v>23.395366093002998</c:v>
                </c:pt>
                <c:pt idx="1240">
                  <c:v>23.4746445212045</c:v>
                </c:pt>
                <c:pt idx="1241">
                  <c:v>23.519362949405998</c:v>
                </c:pt>
                <c:pt idx="1242">
                  <c:v>23.555441377607501</c:v>
                </c:pt>
                <c:pt idx="1243">
                  <c:v>23.608799805808999</c:v>
                </c:pt>
                <c:pt idx="1244">
                  <c:v>23.7312782340105</c:v>
                </c:pt>
                <c:pt idx="1245">
                  <c:v>23.862396662211999</c:v>
                </c:pt>
                <c:pt idx="1246">
                  <c:v>24.002155090413499</c:v>
                </c:pt>
                <c:pt idx="1247">
                  <c:v>23.874073518614999</c:v>
                </c:pt>
                <c:pt idx="1248">
                  <c:v>24.013831946816499</c:v>
                </c:pt>
                <c:pt idx="1249">
                  <c:v>24.0064299146614</c:v>
                </c:pt>
                <c:pt idx="1250">
                  <c:v>24.018745286400801</c:v>
                </c:pt>
                <c:pt idx="1251">
                  <c:v>24.013780658140298</c:v>
                </c:pt>
                <c:pt idx="1252">
                  <c:v>24.0266712157004</c:v>
                </c:pt>
                <c:pt idx="1253">
                  <c:v>24.030346587439801</c:v>
                </c:pt>
                <c:pt idx="1254">
                  <c:v>24.034021959179299</c:v>
                </c:pt>
                <c:pt idx="1255">
                  <c:v>24.0549773309187</c:v>
                </c:pt>
                <c:pt idx="1256">
                  <c:v>24.067292702658101</c:v>
                </c:pt>
                <c:pt idx="1257">
                  <c:v>24.079608074397601</c:v>
                </c:pt>
                <c:pt idx="1258">
                  <c:v>24.083283446136999</c:v>
                </c:pt>
                <c:pt idx="1259">
                  <c:v>24.1042388178764</c:v>
                </c:pt>
                <c:pt idx="1260">
                  <c:v>24.0360503012088</c:v>
                </c:pt>
                <c:pt idx="1261">
                  <c:v>23.985141784541199</c:v>
                </c:pt>
                <c:pt idx="1262">
                  <c:v>23.9947132678736</c:v>
                </c:pt>
                <c:pt idx="1263">
                  <c:v>24.024308639613</c:v>
                </c:pt>
                <c:pt idx="1264">
                  <c:v>24.011279197173199</c:v>
                </c:pt>
                <c:pt idx="1265">
                  <c:v>24.0149545689126</c:v>
                </c:pt>
                <c:pt idx="1266">
                  <c:v>24.027269940652001</c:v>
                </c:pt>
                <c:pt idx="1267">
                  <c:v>23.959081423984401</c:v>
                </c:pt>
                <c:pt idx="1268">
                  <c:v>23.945476795723799</c:v>
                </c:pt>
                <c:pt idx="1269">
                  <c:v>23.966432167463299</c:v>
                </c:pt>
                <c:pt idx="1270">
                  <c:v>23.944187539202701</c:v>
                </c:pt>
                <c:pt idx="1271">
                  <c:v>23.875999022535101</c:v>
                </c:pt>
                <c:pt idx="1272">
                  <c:v>23.896954394274498</c:v>
                </c:pt>
                <c:pt idx="1273">
                  <c:v>23.8919897660139</c:v>
                </c:pt>
                <c:pt idx="1274">
                  <c:v>23.869745137753402</c:v>
                </c:pt>
                <c:pt idx="1275">
                  <c:v>23.873420509492799</c:v>
                </c:pt>
                <c:pt idx="1276">
                  <c:v>23.9089119928252</c:v>
                </c:pt>
                <c:pt idx="1277">
                  <c:v>24.0226976636941</c:v>
                </c:pt>
                <c:pt idx="1278">
                  <c:v>24.041443334562899</c:v>
                </c:pt>
                <c:pt idx="1279">
                  <c:v>24.025629005431799</c:v>
                </c:pt>
                <c:pt idx="1280">
                  <c:v>24.078934676300701</c:v>
                </c:pt>
                <c:pt idx="1281">
                  <c:v>24.339600347169601</c:v>
                </c:pt>
                <c:pt idx="1282">
                  <c:v>24.6089060180384</c:v>
                </c:pt>
                <c:pt idx="1283">
                  <c:v>24.791811688907298</c:v>
                </c:pt>
                <c:pt idx="1284">
                  <c:v>25.009277359776199</c:v>
                </c:pt>
                <c:pt idx="1285">
                  <c:v>25.148983030645098</c:v>
                </c:pt>
                <c:pt idx="1286">
                  <c:v>25.271408701513899</c:v>
                </c:pt>
                <c:pt idx="1287">
                  <c:v>25.3419943723828</c:v>
                </c:pt>
                <c:pt idx="1288">
                  <c:v>25.395300043251702</c:v>
                </c:pt>
                <c:pt idx="1289">
                  <c:v>25.4313257141206</c:v>
                </c:pt>
                <c:pt idx="1290">
                  <c:v>25.475991384989399</c:v>
                </c:pt>
                <c:pt idx="1291">
                  <c:v>25.6848170558583</c:v>
                </c:pt>
                <c:pt idx="1292">
                  <c:v>25.988682726727198</c:v>
                </c:pt>
                <c:pt idx="1293">
                  <c:v>26.223428397596098</c:v>
                </c:pt>
                <c:pt idx="1294">
                  <c:v>26.458174068464899</c:v>
                </c:pt>
                <c:pt idx="1295">
                  <c:v>27.003959739333801</c:v>
                </c:pt>
                <c:pt idx="1296">
                  <c:v>27.567025410202699</c:v>
                </c:pt>
                <c:pt idx="1297">
                  <c:v>28.0350510810716</c:v>
                </c:pt>
                <c:pt idx="1298">
                  <c:v>28.4425967519404</c:v>
                </c:pt>
                <c:pt idx="1299">
                  <c:v>28.763742422809301</c:v>
                </c:pt>
                <c:pt idx="1300">
                  <c:v>29.0503280936782</c:v>
                </c:pt>
                <c:pt idx="1301">
                  <c:v>29.2677937645471</c:v>
                </c:pt>
                <c:pt idx="1302">
                  <c:v>29.450699435415899</c:v>
                </c:pt>
                <c:pt idx="1303">
                  <c:v>29.555845106284799</c:v>
                </c:pt>
                <c:pt idx="1304">
                  <c:v>29.678270777153699</c:v>
                </c:pt>
                <c:pt idx="1305">
                  <c:v>29.7574964480226</c:v>
                </c:pt>
                <c:pt idx="1306">
                  <c:v>29.802162118891399</c:v>
                </c:pt>
                <c:pt idx="1307">
                  <c:v>29.829547789760301</c:v>
                </c:pt>
                <c:pt idx="1308">
                  <c:v>29.815845731011901</c:v>
                </c:pt>
                <c:pt idx="1309">
                  <c:v>29.793503672263601</c:v>
                </c:pt>
                <c:pt idx="1310">
                  <c:v>29.7798016135152</c:v>
                </c:pt>
                <c:pt idx="1311">
                  <c:v>29.826997723836801</c:v>
                </c:pt>
                <c:pt idx="1312">
                  <c:v>29.917393834158499</c:v>
                </c:pt>
                <c:pt idx="1313">
                  <c:v>30.372765008320702</c:v>
                </c:pt>
                <c:pt idx="1314">
                  <c:v>30.646696182483002</c:v>
                </c:pt>
                <c:pt idx="1315">
                  <c:v>30.540467356645198</c:v>
                </c:pt>
                <c:pt idx="1316">
                  <c:v>30.622223466966801</c:v>
                </c:pt>
                <c:pt idx="1317">
                  <c:v>30.634859577288498</c:v>
                </c:pt>
                <c:pt idx="1318">
                  <c:v>30.612935687610101</c:v>
                </c:pt>
                <c:pt idx="1319">
                  <c:v>30.6251536288617</c:v>
                </c:pt>
                <c:pt idx="1320">
                  <c:v>30.647220651633798</c:v>
                </c:pt>
                <c:pt idx="1321">
                  <c:v>30.4718718257961</c:v>
                </c:pt>
                <c:pt idx="1322">
                  <c:v>30.2619629999583</c:v>
                </c:pt>
                <c:pt idx="1323">
                  <c:v>30.317799110279999</c:v>
                </c:pt>
                <c:pt idx="1324">
                  <c:v>30.287235220601598</c:v>
                </c:pt>
                <c:pt idx="1325">
                  <c:v>30.3167331618532</c:v>
                </c:pt>
                <c:pt idx="1326">
                  <c:v>30.2943911031049</c:v>
                </c:pt>
                <c:pt idx="1327">
                  <c:v>30.2634090443565</c:v>
                </c:pt>
                <c:pt idx="1328">
                  <c:v>30.268196067128599</c:v>
                </c:pt>
                <c:pt idx="1329">
                  <c:v>30.279225666105699</c:v>
                </c:pt>
                <c:pt idx="1330">
                  <c:v>30.717316840268001</c:v>
                </c:pt>
                <c:pt idx="1331">
                  <c:v>33.108048014430203</c:v>
                </c:pt>
                <c:pt idx="1332">
                  <c:v>33.822619188592498</c:v>
                </c:pt>
                <c:pt idx="1333">
                  <c:v>34.0360703627547</c:v>
                </c:pt>
                <c:pt idx="1334">
                  <c:v>33.947121536917003</c:v>
                </c:pt>
                <c:pt idx="1335">
                  <c:v>33.985677647238603</c:v>
                </c:pt>
                <c:pt idx="1336">
                  <c:v>33.955113757560298</c:v>
                </c:pt>
                <c:pt idx="1337">
                  <c:v>33.967331698811897</c:v>
                </c:pt>
                <c:pt idx="1338">
                  <c:v>33.988378822889302</c:v>
                </c:pt>
                <c:pt idx="1339">
                  <c:v>34.000785946966801</c:v>
                </c:pt>
                <c:pt idx="1340">
                  <c:v>33.982645439117299</c:v>
                </c:pt>
                <c:pt idx="1341">
                  <c:v>33.9842909439081</c:v>
                </c:pt>
                <c:pt idx="1342">
                  <c:v>33.967025617997699</c:v>
                </c:pt>
                <c:pt idx="1343">
                  <c:v>33.967445009368802</c:v>
                </c:pt>
                <c:pt idx="1344">
                  <c:v>33.959224400739899</c:v>
                </c:pt>
                <c:pt idx="1345">
                  <c:v>33.971631524817397</c:v>
                </c:pt>
                <c:pt idx="1346">
                  <c:v>33.949478648894797</c:v>
                </c:pt>
                <c:pt idx="1347">
                  <c:v>33.975413322984402</c:v>
                </c:pt>
                <c:pt idx="1348">
                  <c:v>33.991832815134899</c:v>
                </c:pt>
                <c:pt idx="1349">
                  <c:v>34.580494276247499</c:v>
                </c:pt>
                <c:pt idx="1350">
                  <c:v>35.497475737359999</c:v>
                </c:pt>
                <c:pt idx="1351">
                  <c:v>35.4819631047652</c:v>
                </c:pt>
                <c:pt idx="1352">
                  <c:v>35.4655721159519</c:v>
                </c:pt>
                <c:pt idx="1353">
                  <c:v>35.477979240029299</c:v>
                </c:pt>
                <c:pt idx="1354">
                  <c:v>35.481746364106698</c:v>
                </c:pt>
                <c:pt idx="1355">
                  <c:v>38.360007825219299</c:v>
                </c:pt>
                <c:pt idx="1356">
                  <c:v>38.403627216590401</c:v>
                </c:pt>
                <c:pt idx="1357">
                  <c:v>38.424674340667899</c:v>
                </c:pt>
                <c:pt idx="1358">
                  <c:v>38.4082833518545</c:v>
                </c:pt>
                <c:pt idx="1359">
                  <c:v>38.420690475931998</c:v>
                </c:pt>
                <c:pt idx="1360">
                  <c:v>38.482937843337098</c:v>
                </c:pt>
                <c:pt idx="1361">
                  <c:v>38.501985210742298</c:v>
                </c:pt>
                <c:pt idx="1362">
                  <c:v>38.505752334819697</c:v>
                </c:pt>
                <c:pt idx="1363">
                  <c:v>38.483599458897203</c:v>
                </c:pt>
                <c:pt idx="1364">
                  <c:v>38.465458951047701</c:v>
                </c:pt>
                <c:pt idx="1365">
                  <c:v>38.482753625137299</c:v>
                </c:pt>
                <c:pt idx="1366">
                  <c:v>38.474128299226898</c:v>
                </c:pt>
                <c:pt idx="1367">
                  <c:v>38.458493804017699</c:v>
                </c:pt>
                <c:pt idx="1368">
                  <c:v>38.4601393088085</c:v>
                </c:pt>
                <c:pt idx="1369">
                  <c:v>38.488672994274999</c:v>
                </c:pt>
                <c:pt idx="1370">
                  <c:v>38.4740066797415</c:v>
                </c:pt>
                <c:pt idx="1371">
                  <c:v>38.459340365208</c:v>
                </c:pt>
                <c:pt idx="1372">
                  <c:v>38.4619540506745</c:v>
                </c:pt>
                <c:pt idx="1373">
                  <c:v>38.4386477361411</c:v>
                </c:pt>
                <c:pt idx="1374">
                  <c:v>38.4153414216076</c:v>
                </c:pt>
                <c:pt idx="1375">
                  <c:v>38.392035107074101</c:v>
                </c:pt>
                <c:pt idx="1376">
                  <c:v>38.377368792540601</c:v>
                </c:pt>
                <c:pt idx="1377">
                  <c:v>38.379982478007101</c:v>
                </c:pt>
                <c:pt idx="1378">
                  <c:v>38.3912361634736</c:v>
                </c:pt>
                <c:pt idx="1379">
                  <c:v>38.411129848940099</c:v>
                </c:pt>
                <c:pt idx="1380">
                  <c:v>38.387823534406699</c:v>
                </c:pt>
                <c:pt idx="1381">
                  <c:v>38.407717219873199</c:v>
                </c:pt>
                <c:pt idx="1382">
                  <c:v>38.375770905339699</c:v>
                </c:pt>
                <c:pt idx="1383">
                  <c:v>37.2056129050181</c:v>
                </c:pt>
                <c:pt idx="1384">
                  <c:v>37.2142529050181</c:v>
                </c:pt>
                <c:pt idx="1385">
                  <c:v>36.0440949046966</c:v>
                </c:pt>
                <c:pt idx="1386">
                  <c:v>36.0294285901631</c:v>
                </c:pt>
                <c:pt idx="1387">
                  <c:v>34.8592705898416</c:v>
                </c:pt>
                <c:pt idx="1388">
                  <c:v>33.6891125895201</c:v>
                </c:pt>
                <c:pt idx="1389">
                  <c:v>33.6830862749866</c:v>
                </c:pt>
                <c:pt idx="1390">
                  <c:v>32.512928274665001</c:v>
                </c:pt>
                <c:pt idx="1391">
                  <c:v>32.530208274665</c:v>
                </c:pt>
                <c:pt idx="1392">
                  <c:v>32.538848274665</c:v>
                </c:pt>
                <c:pt idx="1393">
                  <c:v>32.5328219601315</c:v>
                </c:pt>
                <c:pt idx="1394">
                  <c:v>31.36266395981</c:v>
                </c:pt>
                <c:pt idx="1395">
                  <c:v>31.652665959488498</c:v>
                </c:pt>
                <c:pt idx="1396">
                  <c:v>31.673770471190799</c:v>
                </c:pt>
                <c:pt idx="1397">
                  <c:v>31.686234982893101</c:v>
                </c:pt>
                <c:pt idx="1398">
                  <c:v>31.702381147897501</c:v>
                </c:pt>
                <c:pt idx="1399">
                  <c:v>43.8427912070728</c:v>
                </c:pt>
                <c:pt idx="1400">
                  <c:v>56.847201266248199</c:v>
                </c:pt>
                <c:pt idx="1401">
                  <c:v>57.833371325423599</c:v>
                </c:pt>
                <c:pt idx="1402">
                  <c:v>57.911104331603298</c:v>
                </c:pt>
                <c:pt idx="1403">
                  <c:v>57.902824846866402</c:v>
                </c:pt>
                <c:pt idx="1404">
                  <c:v>57.973800777079703</c:v>
                </c:pt>
                <c:pt idx="1405">
                  <c:v>58.032940623190001</c:v>
                </c:pt>
                <c:pt idx="1406">
                  <c:v>57.953840469300197</c:v>
                </c:pt>
                <c:pt idx="1407">
                  <c:v>57.869296399513502</c:v>
                </c:pt>
                <c:pt idx="1408">
                  <c:v>57.781556245623698</c:v>
                </c:pt>
                <c:pt idx="1409">
                  <c:v>57.667896091734001</c:v>
                </c:pt>
                <c:pt idx="1410">
                  <c:v>57.519675937844198</c:v>
                </c:pt>
                <c:pt idx="1411">
                  <c:v>57.285055783954398</c:v>
                </c:pt>
                <c:pt idx="1412">
                  <c:v>57.041795630064598</c:v>
                </c:pt>
                <c:pt idx="1413">
                  <c:v>56.763975476174899</c:v>
                </c:pt>
                <c:pt idx="1414">
                  <c:v>56.468875322285101</c:v>
                </c:pt>
                <c:pt idx="1415">
                  <c:v>56.139215168395303</c:v>
                </c:pt>
                <c:pt idx="1416">
                  <c:v>55.809555014505598</c:v>
                </c:pt>
                <c:pt idx="1417">
                  <c:v>55.471254860615801</c:v>
                </c:pt>
                <c:pt idx="1418">
                  <c:v>55.158874706726003</c:v>
                </c:pt>
                <c:pt idx="1419">
                  <c:v>54.837854552836198</c:v>
                </c:pt>
                <c:pt idx="1420">
                  <c:v>51.754584612011598</c:v>
                </c:pt>
                <c:pt idx="1421">
                  <c:v>51.424924458121801</c:v>
                </c:pt>
                <c:pt idx="1422">
                  <c:v>48.350294517297201</c:v>
                </c:pt>
                <c:pt idx="1423">
                  <c:v>45.284304576472501</c:v>
                </c:pt>
                <c:pt idx="1424">
                  <c:v>42.2096746356479</c:v>
                </c:pt>
                <c:pt idx="1425">
                  <c:v>39.1436846948232</c:v>
                </c:pt>
                <c:pt idx="1426">
                  <c:v>38.805384540933503</c:v>
                </c:pt>
                <c:pt idx="1427">
                  <c:v>38.467084387043698</c:v>
                </c:pt>
                <c:pt idx="1428">
                  <c:v>35.375174446218999</c:v>
                </c:pt>
                <c:pt idx="1429">
                  <c:v>35.036874292329301</c:v>
                </c:pt>
                <c:pt idx="1430">
                  <c:v>35.0577880830743</c:v>
                </c:pt>
                <c:pt idx="1431">
                  <c:v>35.147821873819403</c:v>
                </c:pt>
                <c:pt idx="1432">
                  <c:v>35.151455664564402</c:v>
                </c:pt>
                <c:pt idx="1433">
                  <c:v>35.206929455309499</c:v>
                </c:pt>
                <c:pt idx="1434">
                  <c:v>35.296963246054503</c:v>
                </c:pt>
                <c:pt idx="1435">
                  <c:v>35.300597036799601</c:v>
                </c:pt>
                <c:pt idx="1436">
                  <c:v>35.347430827544599</c:v>
                </c:pt>
                <c:pt idx="1437">
                  <c:v>35.437464618289702</c:v>
                </c:pt>
                <c:pt idx="1438">
                  <c:v>35.4583784090348</c:v>
                </c:pt>
                <c:pt idx="1439">
                  <c:v>35.487932199779799</c:v>
                </c:pt>
                <c:pt idx="1440">
                  <c:v>35.552045990524903</c:v>
                </c:pt>
                <c:pt idx="1441">
                  <c:v>35.581599781269901</c:v>
                </c:pt>
                <c:pt idx="1442">
                  <c:v>35.645713572014998</c:v>
                </c:pt>
                <c:pt idx="1443">
                  <c:v>35.727107362760002</c:v>
                </c:pt>
                <c:pt idx="1444">
                  <c:v>35.765301153505099</c:v>
                </c:pt>
                <c:pt idx="1445">
                  <c:v>35.812134944250097</c:v>
                </c:pt>
                <c:pt idx="1446">
                  <c:v>35.807128734995203</c:v>
                </c:pt>
                <c:pt idx="1447">
                  <c:v>35.8539625257403</c:v>
                </c:pt>
                <c:pt idx="1448">
                  <c:v>35.900796316485298</c:v>
                </c:pt>
                <c:pt idx="1449">
                  <c:v>35.930350107230403</c:v>
                </c:pt>
                <c:pt idx="1450">
                  <c:v>35.977183897975401</c:v>
                </c:pt>
                <c:pt idx="1451">
                  <c:v>35.989457688720499</c:v>
                </c:pt>
                <c:pt idx="1452">
                  <c:v>35.923465489055403</c:v>
                </c:pt>
                <c:pt idx="1453">
                  <c:v>35.987073289390402</c:v>
                </c:pt>
                <c:pt idx="1454">
                  <c:v>35.869241089725399</c:v>
                </c:pt>
                <c:pt idx="1455">
                  <c:v>35.950128890060299</c:v>
                </c:pt>
                <c:pt idx="1456">
                  <c:v>36.5914378101346</c:v>
                </c:pt>
                <c:pt idx="1457">
                  <c:v>39.522346730208803</c:v>
                </c:pt>
                <c:pt idx="1458">
                  <c:v>39.614643188239</c:v>
                </c:pt>
                <c:pt idx="1459">
                  <c:v>39.701337706683901</c:v>
                </c:pt>
                <c:pt idx="1460">
                  <c:v>40.843766626758097</c:v>
                </c:pt>
                <c:pt idx="1461">
                  <c:v>40.873072187863499</c:v>
                </c:pt>
                <c:pt idx="1462">
                  <c:v>40.858990656514898</c:v>
                </c:pt>
                <c:pt idx="1463">
                  <c:v>40.775976217620197</c:v>
                </c:pt>
                <c:pt idx="1464">
                  <c:v>42.613792519958103</c:v>
                </c:pt>
                <c:pt idx="1465">
                  <c:v>42.606843739128202</c:v>
                </c:pt>
                <c:pt idx="1466">
                  <c:v>42.667287548868302</c:v>
                </c:pt>
                <c:pt idx="1467">
                  <c:v>42.573938768038403</c:v>
                </c:pt>
                <c:pt idx="1468">
                  <c:v>42.5680488402827</c:v>
                </c:pt>
                <c:pt idx="1469">
                  <c:v>42.6433275127889</c:v>
                </c:pt>
                <c:pt idx="1470">
                  <c:v>42.606286185295097</c:v>
                </c:pt>
                <c:pt idx="1471">
                  <c:v>42.569244857801301</c:v>
                </c:pt>
                <c:pt idx="1472">
                  <c:v>42.647554085569901</c:v>
                </c:pt>
                <c:pt idx="1473">
                  <c:v>42.682663313338502</c:v>
                </c:pt>
                <c:pt idx="1474">
                  <c:v>42.645621985844699</c:v>
                </c:pt>
                <c:pt idx="1475">
                  <c:v>42.608580658350903</c:v>
                </c:pt>
                <c:pt idx="1476">
                  <c:v>42.686889886119602</c:v>
                </c:pt>
                <c:pt idx="1477">
                  <c:v>42.704719113888203</c:v>
                </c:pt>
                <c:pt idx="1478">
                  <c:v>42.791668341656802</c:v>
                </c:pt>
                <c:pt idx="1479">
                  <c:v>42.818137569425403</c:v>
                </c:pt>
                <c:pt idx="1480">
                  <c:v>42.835966797193997</c:v>
                </c:pt>
                <c:pt idx="1481">
                  <c:v>42.809785777867802</c:v>
                </c:pt>
                <c:pt idx="1482">
                  <c:v>42.743415850112001</c:v>
                </c:pt>
                <c:pt idx="1483">
                  <c:v>42.8217250778807</c:v>
                </c:pt>
                <c:pt idx="1484">
                  <c:v>42.8827543056493</c:v>
                </c:pt>
                <c:pt idx="1485">
                  <c:v>42.9437835334179</c:v>
                </c:pt>
                <c:pt idx="1486">
                  <c:v>42.944332761186502</c:v>
                </c:pt>
                <c:pt idx="1487">
                  <c:v>42.988081988955102</c:v>
                </c:pt>
                <c:pt idx="1488">
                  <c:v>43.049111216723702</c:v>
                </c:pt>
                <c:pt idx="1489">
                  <c:v>43.049660444492403</c:v>
                </c:pt>
                <c:pt idx="1490">
                  <c:v>43.067489672260997</c:v>
                </c:pt>
                <c:pt idx="1491">
                  <c:v>43.080848710857303</c:v>
                </c:pt>
                <c:pt idx="1492">
                  <c:v>43.094207749453602</c:v>
                </c:pt>
                <c:pt idx="1493">
                  <c:v>43.100254865042302</c:v>
                </c:pt>
                <c:pt idx="1494">
                  <c:v>43.106301980630903</c:v>
                </c:pt>
                <c:pt idx="1495">
                  <c:v>43.157306944547202</c:v>
                </c:pt>
                <c:pt idx="1496">
                  <c:v>49.688311908463497</c:v>
                </c:pt>
                <c:pt idx="1497">
                  <c:v>51.1044368723798</c:v>
                </c:pt>
                <c:pt idx="1498">
                  <c:v>51.3541618362961</c:v>
                </c:pt>
                <c:pt idx="1499">
                  <c:v>51.301486800212402</c:v>
                </c:pt>
                <c:pt idx="1500">
                  <c:v>51.145131764128699</c:v>
                </c:pt>
                <c:pt idx="1501">
                  <c:v>51.186730967749803</c:v>
                </c:pt>
                <c:pt idx="1502">
                  <c:v>51.185130171371</c:v>
                </c:pt>
                <c:pt idx="1503">
                  <c:v>51.131689374992199</c:v>
                </c:pt>
                <c:pt idx="1504">
                  <c:v>51.156019365652902</c:v>
                </c:pt>
                <c:pt idx="1505">
                  <c:v>51.128509356313501</c:v>
                </c:pt>
                <c:pt idx="1506">
                  <c:v>51.126919346974198</c:v>
                </c:pt>
                <c:pt idx="1507">
                  <c:v>51.141482980207698</c:v>
                </c:pt>
                <c:pt idx="1508">
                  <c:v>51.147406613441099</c:v>
                </c:pt>
                <c:pt idx="1509">
                  <c:v>51.153330246674599</c:v>
                </c:pt>
                <c:pt idx="1510">
                  <c:v>51.140769285270999</c:v>
                </c:pt>
                <c:pt idx="1511">
                  <c:v>51.1294129185044</c:v>
                </c:pt>
                <c:pt idx="1512">
                  <c:v>51.118056551737901</c:v>
                </c:pt>
                <c:pt idx="1513">
                  <c:v>51.106700184971402</c:v>
                </c:pt>
                <c:pt idx="1514">
                  <c:v>51.112688894194001</c:v>
                </c:pt>
                <c:pt idx="1515">
                  <c:v>51.126047932790399</c:v>
                </c:pt>
                <c:pt idx="1516">
                  <c:v>51.115817923450997</c:v>
                </c:pt>
                <c:pt idx="1517">
                  <c:v>51.120536962047296</c:v>
                </c:pt>
                <c:pt idx="1518">
                  <c:v>51.093026952708001</c:v>
                </c:pt>
                <c:pt idx="1519">
                  <c:v>51.074156943368699</c:v>
                </c:pt>
                <c:pt idx="1520">
                  <c:v>51.070235981964998</c:v>
                </c:pt>
                <c:pt idx="1521">
                  <c:v>51.0650713997045</c:v>
                </c:pt>
                <c:pt idx="1522">
                  <c:v>51.076093453641597</c:v>
                </c:pt>
                <c:pt idx="1523">
                  <c:v>51.084593828916503</c:v>
                </c:pt>
                <c:pt idx="1524">
                  <c:v>51.084972293211997</c:v>
                </c:pt>
                <c:pt idx="1525">
                  <c:v>51.085350757507399</c:v>
                </c:pt>
                <c:pt idx="1526">
                  <c:v>51.093851132782397</c:v>
                </c:pt>
                <c:pt idx="1527">
                  <c:v>51.087593186719502</c:v>
                </c:pt>
                <c:pt idx="1528">
                  <c:v>51.0960935619945</c:v>
                </c:pt>
                <c:pt idx="1529">
                  <c:v>51.784127867963903</c:v>
                </c:pt>
                <c:pt idx="1530">
                  <c:v>52.9214421739334</c:v>
                </c:pt>
                <c:pt idx="1531">
                  <c:v>53.428036479902801</c:v>
                </c:pt>
                <c:pt idx="1532">
                  <c:v>53.684070785872201</c:v>
                </c:pt>
                <c:pt idx="1533">
                  <c:v>53.862345091841597</c:v>
                </c:pt>
                <c:pt idx="1534">
                  <c:v>53.945579397811002</c:v>
                </c:pt>
                <c:pt idx="1535">
                  <c:v>54.0460937037804</c:v>
                </c:pt>
                <c:pt idx="1536">
                  <c:v>54.077488009749899</c:v>
                </c:pt>
                <c:pt idx="1537">
                  <c:v>54.0743223157193</c:v>
                </c:pt>
                <c:pt idx="1538">
                  <c:v>54.1143566216887</c:v>
                </c:pt>
                <c:pt idx="1539">
                  <c:v>54.1025509276581</c:v>
                </c:pt>
                <c:pt idx="1540">
                  <c:v>54.111051302933099</c:v>
                </c:pt>
                <c:pt idx="1541">
                  <c:v>54.0906056089025</c:v>
                </c:pt>
                <c:pt idx="1542">
                  <c:v>54.084347662839598</c:v>
                </c:pt>
                <c:pt idx="1543">
                  <c:v>54.078089716776702</c:v>
                </c:pt>
                <c:pt idx="1544">
                  <c:v>54.0718317707138</c:v>
                </c:pt>
                <c:pt idx="1545">
                  <c:v>54.0686660766833</c:v>
                </c:pt>
                <c:pt idx="1546">
                  <c:v>54.065500382652701</c:v>
                </c:pt>
                <c:pt idx="1547">
                  <c:v>54.074000757927699</c:v>
                </c:pt>
                <c:pt idx="1548">
                  <c:v>54.076382811864796</c:v>
                </c:pt>
                <c:pt idx="1549">
                  <c:v>54.076253542680703</c:v>
                </c:pt>
                <c:pt idx="1550">
                  <c:v>54.078635596617801</c:v>
                </c:pt>
                <c:pt idx="1551">
                  <c:v>54.089657650554898</c:v>
                </c:pt>
                <c:pt idx="1552">
                  <c:v>54.085056887782898</c:v>
                </c:pt>
                <c:pt idx="1553">
                  <c:v>54.076149696574802</c:v>
                </c:pt>
                <c:pt idx="1554">
                  <c:v>54.122076420329101</c:v>
                </c:pt>
                <c:pt idx="1555">
                  <c:v>54.237123144083398</c:v>
                </c:pt>
                <c:pt idx="1556">
                  <c:v>54.300329867837704</c:v>
                </c:pt>
                <c:pt idx="1557">
                  <c:v>54.303056591591996</c:v>
                </c:pt>
                <c:pt idx="1558">
                  <c:v>54.314423315346303</c:v>
                </c:pt>
                <c:pt idx="1559">
                  <c:v>54.282590039100597</c:v>
                </c:pt>
                <c:pt idx="1560">
                  <c:v>54.308242847892402</c:v>
                </c:pt>
                <c:pt idx="1561">
                  <c:v>54.307975656684299</c:v>
                </c:pt>
                <c:pt idx="1562">
                  <c:v>54.2588623804386</c:v>
                </c:pt>
                <c:pt idx="1563">
                  <c:v>54.235669104192901</c:v>
                </c:pt>
                <c:pt idx="1564">
                  <c:v>54.226761912984799</c:v>
                </c:pt>
                <c:pt idx="1565">
                  <c:v>54.2390913109952</c:v>
                </c:pt>
                <c:pt idx="1566">
                  <c:v>54.230184119786998</c:v>
                </c:pt>
                <c:pt idx="1567">
                  <c:v>54.221276928578902</c:v>
                </c:pt>
                <c:pt idx="1568">
                  <c:v>54.233606326589303</c:v>
                </c:pt>
                <c:pt idx="1569">
                  <c:v>54.224699135381201</c:v>
                </c:pt>
                <c:pt idx="1570">
                  <c:v>54.237028533391602</c:v>
                </c:pt>
                <c:pt idx="1571">
                  <c:v>54.236761342183499</c:v>
                </c:pt>
                <c:pt idx="1572">
                  <c:v>54.227854150975404</c:v>
                </c:pt>
                <c:pt idx="1573">
                  <c:v>54.227112677102298</c:v>
                </c:pt>
                <c:pt idx="1574">
                  <c:v>54.218205485894202</c:v>
                </c:pt>
                <c:pt idx="1575">
                  <c:v>54.217464012021097</c:v>
                </c:pt>
                <c:pt idx="1576">
                  <c:v>54.229793410031498</c:v>
                </c:pt>
                <c:pt idx="1577">
                  <c:v>54.225192647259497</c:v>
                </c:pt>
                <c:pt idx="1578">
                  <c:v>54.220242045269899</c:v>
                </c:pt>
                <c:pt idx="1579">
                  <c:v>54.223931443280399</c:v>
                </c:pt>
                <c:pt idx="1580">
                  <c:v>54.227970680508399</c:v>
                </c:pt>
                <c:pt idx="1581">
                  <c:v>54.2316600785188</c:v>
                </c:pt>
                <c:pt idx="1582">
                  <c:v>54.235349476529201</c:v>
                </c:pt>
                <c:pt idx="1583">
                  <c:v>54.225651613466198</c:v>
                </c:pt>
                <c:pt idx="1584">
                  <c:v>54.2264294611766</c:v>
                </c:pt>
                <c:pt idx="1585">
                  <c:v>54.234011598113597</c:v>
                </c:pt>
                <c:pt idx="1586">
                  <c:v>54.2415937350505</c:v>
                </c:pt>
                <c:pt idx="1587">
                  <c:v>54.240535871987497</c:v>
                </c:pt>
                <c:pt idx="1588">
                  <c:v>54.230838008924401</c:v>
                </c:pt>
                <c:pt idx="1589">
                  <c:v>54.221140145861298</c:v>
                </c:pt>
                <c:pt idx="1590">
                  <c:v>54.2219179935718</c:v>
                </c:pt>
                <c:pt idx="1591">
                  <c:v>54.220860130508797</c:v>
                </c:pt>
                <c:pt idx="1592">
                  <c:v>54.221637978219199</c:v>
                </c:pt>
                <c:pt idx="1593">
                  <c:v>54.220058528757299</c:v>
                </c:pt>
                <c:pt idx="1594">
                  <c:v>54.219000665694203</c:v>
                </c:pt>
                <c:pt idx="1595">
                  <c:v>54.2093028026312</c:v>
                </c:pt>
                <c:pt idx="1596">
                  <c:v>54.210080650341602</c:v>
                </c:pt>
                <c:pt idx="1597">
                  <c:v>54.209022787278599</c:v>
                </c:pt>
                <c:pt idx="1598">
                  <c:v>54.207849486708703</c:v>
                </c:pt>
                <c:pt idx="1599">
                  <c:v>54.206791623645699</c:v>
                </c:pt>
                <c:pt idx="1600">
                  <c:v>54.214373760582603</c:v>
                </c:pt>
                <c:pt idx="1601">
                  <c:v>54.212794311120703</c:v>
                </c:pt>
                <c:pt idx="1602">
                  <c:v>54.2030964480576</c:v>
                </c:pt>
                <c:pt idx="1603">
                  <c:v>54.193398584994597</c:v>
                </c:pt>
                <c:pt idx="1604">
                  <c:v>54.198668076735999</c:v>
                </c:pt>
                <c:pt idx="1605">
                  <c:v>54.197266348286199</c:v>
                </c:pt>
                <c:pt idx="1606">
                  <c:v>54.2025358400277</c:v>
                </c:pt>
                <c:pt idx="1607">
                  <c:v>54.200902442036401</c:v>
                </c:pt>
                <c:pt idx="1608">
                  <c:v>54.206171933777803</c:v>
                </c:pt>
                <c:pt idx="1609">
                  <c:v>54.204538535786497</c:v>
                </c:pt>
                <c:pt idx="1610">
                  <c:v>54.194840672723501</c:v>
                </c:pt>
                <c:pt idx="1611">
                  <c:v>54.202422809660398</c:v>
                </c:pt>
                <c:pt idx="1612">
                  <c:v>54.200843360198498</c:v>
                </c:pt>
                <c:pt idx="1613">
                  <c:v>54.199670059628602</c:v>
                </c:pt>
                <c:pt idx="1614">
                  <c:v>54.188609733193204</c:v>
                </c:pt>
                <c:pt idx="1615">
                  <c:v>54.186189406757698</c:v>
                </c:pt>
                <c:pt idx="1616">
                  <c:v>54.189864778497103</c:v>
                </c:pt>
                <c:pt idx="1617">
                  <c:v>54.196084452061598</c:v>
                </c:pt>
                <c:pt idx="1618">
                  <c:v>54.193664125626199</c:v>
                </c:pt>
                <c:pt idx="1619">
                  <c:v>54.193074001503497</c:v>
                </c:pt>
                <c:pt idx="1620">
                  <c:v>54.194311969348298</c:v>
                </c:pt>
                <c:pt idx="1621">
                  <c:v>54.1832516429129</c:v>
                </c:pt>
                <c:pt idx="1622">
                  <c:v>54.184489610757701</c:v>
                </c:pt>
                <c:pt idx="1623">
                  <c:v>54.177122524537502</c:v>
                </c:pt>
                <c:pt idx="1624">
                  <c:v>54.178360492382403</c:v>
                </c:pt>
                <c:pt idx="1625">
                  <c:v>54.177770368259701</c:v>
                </c:pt>
                <c:pt idx="1626">
                  <c:v>54.175350041824203</c:v>
                </c:pt>
                <c:pt idx="1627">
                  <c:v>54.167982955604003</c:v>
                </c:pt>
                <c:pt idx="1628">
                  <c:v>54.167392831481301</c:v>
                </c:pt>
                <c:pt idx="1629">
                  <c:v>54.164972505045903</c:v>
                </c:pt>
                <c:pt idx="1630">
                  <c:v>54.153912178610398</c:v>
                </c:pt>
                <c:pt idx="1631">
                  <c:v>54.146545092390198</c:v>
                </c:pt>
                <c:pt idx="1632">
                  <c:v>54.150795649950297</c:v>
                </c:pt>
                <c:pt idx="1633">
                  <c:v>54.148375323514898</c:v>
                </c:pt>
                <c:pt idx="1634">
                  <c:v>54.1373149970794</c:v>
                </c:pt>
                <c:pt idx="1635">
                  <c:v>54.138587910859201</c:v>
                </c:pt>
                <c:pt idx="1636">
                  <c:v>54.127527584423703</c:v>
                </c:pt>
                <c:pt idx="1637">
                  <c:v>54.126937460301001</c:v>
                </c:pt>
                <c:pt idx="1638">
                  <c:v>54.115877133865602</c:v>
                </c:pt>
                <c:pt idx="1639">
                  <c:v>54.108510047645403</c:v>
                </c:pt>
                <c:pt idx="1640">
                  <c:v>54.101142961425197</c:v>
                </c:pt>
                <c:pt idx="1641">
                  <c:v>54.098722634989699</c:v>
                </c:pt>
                <c:pt idx="1642">
                  <c:v>54.098214454903399</c:v>
                </c:pt>
                <c:pt idx="1643">
                  <c:v>54.100068619348001</c:v>
                </c:pt>
                <c:pt idx="1644">
                  <c:v>54.099560439261701</c:v>
                </c:pt>
                <c:pt idx="1645">
                  <c:v>54.099052259175302</c:v>
                </c:pt>
                <c:pt idx="1646">
                  <c:v>54.092266423619897</c:v>
                </c:pt>
                <c:pt idx="1647">
                  <c:v>54.091758243533597</c:v>
                </c:pt>
                <c:pt idx="1648">
                  <c:v>54.091250063447298</c:v>
                </c:pt>
                <c:pt idx="1649">
                  <c:v>54.084042469206302</c:v>
                </c:pt>
                <c:pt idx="1650">
                  <c:v>54.089905590330403</c:v>
                </c:pt>
                <c:pt idx="1651">
                  <c:v>54.091759754774998</c:v>
                </c:pt>
                <c:pt idx="1652">
                  <c:v>54.097622875899098</c:v>
                </c:pt>
                <c:pt idx="1653">
                  <c:v>54.0994770403437</c:v>
                </c:pt>
                <c:pt idx="1654">
                  <c:v>54.092691204788302</c:v>
                </c:pt>
                <c:pt idx="1655">
                  <c:v>54.088904910159599</c:v>
                </c:pt>
                <c:pt idx="1656">
                  <c:v>54.088274893782703</c:v>
                </c:pt>
                <c:pt idx="1657">
                  <c:v>54.094138014906797</c:v>
                </c:pt>
                <c:pt idx="1658">
                  <c:v>54.093629834820497</c:v>
                </c:pt>
                <c:pt idx="1659">
                  <c:v>54.093121654734098</c:v>
                </c:pt>
                <c:pt idx="1660">
                  <c:v>54.085914060493202</c:v>
                </c:pt>
                <c:pt idx="1661">
                  <c:v>54.093924044116299</c:v>
                </c:pt>
                <c:pt idx="1662">
                  <c:v>54.078109714985203</c:v>
                </c:pt>
                <c:pt idx="1663">
                  <c:v>54.064436637942599</c:v>
                </c:pt>
                <c:pt idx="1664">
                  <c:v>54.055166621565697</c:v>
                </c:pt>
                <c:pt idx="1665">
                  <c:v>54.045753954427099</c:v>
                </c:pt>
                <c:pt idx="1666">
                  <c:v>54.045123938050203</c:v>
                </c:pt>
                <c:pt idx="1667">
                  <c:v>54.046978102494798</c:v>
                </c:pt>
                <c:pt idx="1668">
                  <c:v>54.048832266939399</c:v>
                </c:pt>
                <c:pt idx="1669">
                  <c:v>54.0546953880635</c:v>
                </c:pt>
                <c:pt idx="1670">
                  <c:v>54.045425371686598</c:v>
                </c:pt>
                <c:pt idx="1671">
                  <c:v>54.0386395361312</c:v>
                </c:pt>
                <c:pt idx="1672">
                  <c:v>54.031853700575802</c:v>
                </c:pt>
                <c:pt idx="1673">
                  <c:v>54.040505016185399</c:v>
                </c:pt>
                <c:pt idx="1674">
                  <c:v>54.0532496609326</c:v>
                </c:pt>
                <c:pt idx="1675">
                  <c:v>54.040675390291</c:v>
                </c:pt>
                <c:pt idx="1676">
                  <c:v>54.0534200350383</c:v>
                </c:pt>
                <c:pt idx="1677">
                  <c:v>54.057524679785502</c:v>
                </c:pt>
                <c:pt idx="1678">
                  <c:v>54.070269324532802</c:v>
                </c:pt>
                <c:pt idx="1679">
                  <c:v>54.066335053891201</c:v>
                </c:pt>
                <c:pt idx="1680">
                  <c:v>54.079079698638402</c:v>
                </c:pt>
                <c:pt idx="1681">
                  <c:v>54.068314671239698</c:v>
                </c:pt>
                <c:pt idx="1682">
                  <c:v>54.063252612491397</c:v>
                </c:pt>
                <c:pt idx="1683">
                  <c:v>54.042119635263496</c:v>
                </c:pt>
                <c:pt idx="1684">
                  <c:v>54.0358692342406</c:v>
                </c:pt>
                <c:pt idx="1685">
                  <c:v>54.033744206841902</c:v>
                </c:pt>
                <c:pt idx="1686">
                  <c:v>54.022979179443197</c:v>
                </c:pt>
                <c:pt idx="1687">
                  <c:v>54.008088778420401</c:v>
                </c:pt>
                <c:pt idx="1688">
                  <c:v>54.004154507778701</c:v>
                </c:pt>
                <c:pt idx="1689">
                  <c:v>54.012805823388298</c:v>
                </c:pt>
                <c:pt idx="1690">
                  <c:v>54.025550468135599</c:v>
                </c:pt>
                <c:pt idx="1691">
                  <c:v>54.030256197493998</c:v>
                </c:pt>
                <c:pt idx="1692">
                  <c:v>54.043000842241199</c:v>
                </c:pt>
                <c:pt idx="1693">
                  <c:v>54.039066571599598</c:v>
                </c:pt>
                <c:pt idx="1694">
                  <c:v>54.051811216346898</c:v>
                </c:pt>
                <c:pt idx="1695">
                  <c:v>54.056516945705198</c:v>
                </c:pt>
                <c:pt idx="1696">
                  <c:v>54.0761865446824</c:v>
                </c:pt>
                <c:pt idx="1697">
                  <c:v>54.0722522740408</c:v>
                </c:pt>
                <c:pt idx="1698">
                  <c:v>54.070127246642102</c:v>
                </c:pt>
                <c:pt idx="1699">
                  <c:v>54.066192976000501</c:v>
                </c:pt>
                <c:pt idx="1700">
                  <c:v>54.078937620747702</c:v>
                </c:pt>
                <c:pt idx="1701">
                  <c:v>54.081327219724798</c:v>
                </c:pt>
                <c:pt idx="1702">
                  <c:v>54.077392949083197</c:v>
                </c:pt>
                <c:pt idx="1703">
                  <c:v>54.079038453873999</c:v>
                </c:pt>
                <c:pt idx="1704">
                  <c:v>54.0634039586648</c:v>
                </c:pt>
                <c:pt idx="1705">
                  <c:v>54.0820774473586</c:v>
                </c:pt>
                <c:pt idx="1706">
                  <c:v>54.0921109360523</c:v>
                </c:pt>
                <c:pt idx="1707">
                  <c:v>54.076224424746101</c:v>
                </c:pt>
                <c:pt idx="1708">
                  <c:v>54.094897913439802</c:v>
                </c:pt>
                <c:pt idx="1709">
                  <c:v>54.079011402133602</c:v>
                </c:pt>
                <c:pt idx="1710">
                  <c:v>54.054484890827297</c:v>
                </c:pt>
                <c:pt idx="1711">
                  <c:v>54.047238379521097</c:v>
                </c:pt>
                <c:pt idx="1712">
                  <c:v>53.3139798406336</c:v>
                </c:pt>
                <c:pt idx="1713">
                  <c:v>52.580721301746202</c:v>
                </c:pt>
                <c:pt idx="1714">
                  <c:v>52.556194790439903</c:v>
                </c:pt>
                <c:pt idx="1715">
                  <c:v>52.531668279133697</c:v>
                </c:pt>
                <c:pt idx="1716">
                  <c:v>52.507141767827399</c:v>
                </c:pt>
                <c:pt idx="1717">
                  <c:v>51.773883228940001</c:v>
                </c:pt>
                <c:pt idx="1718">
                  <c:v>51.040624690052603</c:v>
                </c:pt>
                <c:pt idx="1719">
                  <c:v>51.024738178746297</c:v>
                </c:pt>
                <c:pt idx="1720">
                  <c:v>51.052051667440097</c:v>
                </c:pt>
                <c:pt idx="1721">
                  <c:v>51.070725156133797</c:v>
                </c:pt>
                <c:pt idx="1722">
                  <c:v>51.072370660924598</c:v>
                </c:pt>
                <c:pt idx="1723">
                  <c:v>51.0478441496183</c:v>
                </c:pt>
                <c:pt idx="1724">
                  <c:v>51.023317638312101</c:v>
                </c:pt>
                <c:pt idx="1725">
                  <c:v>50.998791127005902</c:v>
                </c:pt>
                <c:pt idx="1726">
                  <c:v>50.974264615699603</c:v>
                </c:pt>
                <c:pt idx="1727">
                  <c:v>50.949738104393397</c:v>
                </c:pt>
                <c:pt idx="1728">
                  <c:v>50.2164795655059</c:v>
                </c:pt>
                <c:pt idx="1729">
                  <c:v>50.2000885766926</c:v>
                </c:pt>
                <c:pt idx="1730">
                  <c:v>50.191463250782199</c:v>
                </c:pt>
                <c:pt idx="1731">
                  <c:v>50.167188755573001</c:v>
                </c:pt>
                <c:pt idx="1732">
                  <c:v>50.151302244266802</c:v>
                </c:pt>
                <c:pt idx="1733">
                  <c:v>50.135415732960503</c:v>
                </c:pt>
                <c:pt idx="1734">
                  <c:v>50.103469418426997</c:v>
                </c:pt>
                <c:pt idx="1735">
                  <c:v>48.933311418105497</c:v>
                </c:pt>
                <c:pt idx="1736">
                  <c:v>47.763153417783997</c:v>
                </c:pt>
                <c:pt idx="1737">
                  <c:v>46.592995417462397</c:v>
                </c:pt>
                <c:pt idx="1738">
                  <c:v>45.422837417140897</c:v>
                </c:pt>
                <c:pt idx="1739">
                  <c:v>45.434091102607397</c:v>
                </c:pt>
                <c:pt idx="1740">
                  <c:v>45.4436818782412</c:v>
                </c:pt>
                <c:pt idx="1741">
                  <c:v>45.437988534364401</c:v>
                </c:pt>
                <c:pt idx="1742">
                  <c:v>45.4552685343644</c:v>
                </c:pt>
                <c:pt idx="1743">
                  <c:v>45.4406022198309</c:v>
                </c:pt>
                <c:pt idx="1744">
                  <c:v>45.4492422198309</c:v>
                </c:pt>
                <c:pt idx="1745">
                  <c:v>45.417295905297401</c:v>
                </c:pt>
                <c:pt idx="1746">
                  <c:v>44.247137904975901</c:v>
                </c:pt>
                <c:pt idx="1747">
                  <c:v>43.076979904654301</c:v>
                </c:pt>
                <c:pt idx="1748">
                  <c:v>41.906821904332801</c:v>
                </c:pt>
                <c:pt idx="1749">
                  <c:v>40.736663904011301</c:v>
                </c:pt>
                <c:pt idx="1750">
                  <c:v>39.566505903689702</c:v>
                </c:pt>
                <c:pt idx="1751">
                  <c:v>39.543199589156202</c:v>
                </c:pt>
                <c:pt idx="1752">
                  <c:v>38.373041588834703</c:v>
                </c:pt>
                <c:pt idx="1753">
                  <c:v>37.202883588513203</c:v>
                </c:pt>
                <c:pt idx="1754">
                  <c:v>36.032725588191603</c:v>
                </c:pt>
                <c:pt idx="1755">
                  <c:v>34.862567587870103</c:v>
                </c:pt>
                <c:pt idx="1756">
                  <c:v>34.830621273336597</c:v>
                </c:pt>
                <c:pt idx="1757">
                  <c:v>33.660463273015097</c:v>
                </c:pt>
                <c:pt idx="1758">
                  <c:v>32.490305272693497</c:v>
                </c:pt>
                <c:pt idx="1759">
                  <c:v>32.501558958159997</c:v>
                </c:pt>
                <c:pt idx="1760">
                  <c:v>31.3314009578385</c:v>
                </c:pt>
                <c:pt idx="1761">
                  <c:v>31.325374643305</c:v>
                </c:pt>
                <c:pt idx="1762">
                  <c:v>31.311041299428201</c:v>
                </c:pt>
                <c:pt idx="1763">
                  <c:v>31.279094984894702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A8-46FB-8FC0-8F44C47C44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5197904"/>
        <c:axId val="1445192912"/>
      </c:lineChart>
      <c:catAx>
        <c:axId val="144519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pPr>
            <a:endParaRPr lang="ko-KR"/>
          </a:p>
        </c:txPr>
        <c:crossAx val="1445192912"/>
        <c:crosses val="autoZero"/>
        <c:auto val="1"/>
        <c:lblAlgn val="ctr"/>
        <c:lblOffset val="100"/>
        <c:noMultiLvlLbl val="0"/>
      </c:catAx>
      <c:valAx>
        <c:axId val="144519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pPr>
            <a:endParaRPr lang="ko-KR"/>
          </a:p>
        </c:txPr>
        <c:crossAx val="1445197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oPub돋움체 Medium" panose="02020603020101020101" pitchFamily="18" charset="-127"/>
          <a:ea typeface="KoPub돋움체 Medium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'[2014.9-2019.6.xlsx]Sheet1'!$AB$17</c:f>
              <c:strCache>
                <c:ptCount val="1"/>
                <c:pt idx="0">
                  <c:v>관심 이상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'[2014.9-2019.6.xlsx]Sheet1'!$AB$18:$AB$29</c:f>
              <c:numCache>
                <c:formatCode>General</c:formatCode>
                <c:ptCount val="12"/>
                <c:pt idx="0">
                  <c:v>62</c:v>
                </c:pt>
                <c:pt idx="1">
                  <c:v>56</c:v>
                </c:pt>
                <c:pt idx="2">
                  <c:v>71</c:v>
                </c:pt>
                <c:pt idx="3">
                  <c:v>90</c:v>
                </c:pt>
                <c:pt idx="4">
                  <c:v>122</c:v>
                </c:pt>
                <c:pt idx="5">
                  <c:v>109</c:v>
                </c:pt>
                <c:pt idx="6">
                  <c:v>58</c:v>
                </c:pt>
                <c:pt idx="7">
                  <c:v>31</c:v>
                </c:pt>
                <c:pt idx="8">
                  <c:v>30</c:v>
                </c:pt>
                <c:pt idx="9">
                  <c:v>31</c:v>
                </c:pt>
                <c:pt idx="10">
                  <c:v>30</c:v>
                </c:pt>
                <c:pt idx="1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EA-4E0B-909D-C6CF718238E7}"/>
            </c:ext>
          </c:extLst>
        </c:ser>
        <c:ser>
          <c:idx val="1"/>
          <c:order val="1"/>
          <c:tx>
            <c:strRef>
              <c:f>'[2014.9-2019.6.xlsx]Sheet1'!$AC$17</c:f>
              <c:strCache>
                <c:ptCount val="1"/>
                <c:pt idx="0">
                  <c:v>관심~주의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'[2014.9-2019.6.xlsx]Sheet1'!$AC$18:$AC$29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14</c:v>
                </c:pt>
                <c:pt idx="3">
                  <c:v>10</c:v>
                </c:pt>
                <c:pt idx="4">
                  <c:v>2</c:v>
                </c:pt>
                <c:pt idx="5">
                  <c:v>10</c:v>
                </c:pt>
                <c:pt idx="6">
                  <c:v>11</c:v>
                </c:pt>
                <c:pt idx="7">
                  <c:v>15</c:v>
                </c:pt>
                <c:pt idx="8">
                  <c:v>0</c:v>
                </c:pt>
                <c:pt idx="9">
                  <c:v>0</c:v>
                </c:pt>
                <c:pt idx="10">
                  <c:v>30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EA-4E0B-909D-C6CF718238E7}"/>
            </c:ext>
          </c:extLst>
        </c:ser>
        <c:ser>
          <c:idx val="2"/>
          <c:order val="2"/>
          <c:tx>
            <c:strRef>
              <c:f>'[2014.9-2019.6.xlsx]Sheet1'!$AD$17</c:f>
              <c:strCache>
                <c:ptCount val="1"/>
                <c:pt idx="0">
                  <c:v>주의~경계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'[2014.9-2019.6.xlsx]Sheet1'!$AD$18:$AD$29</c:f>
              <c:numCache>
                <c:formatCode>General</c:formatCode>
                <c:ptCount val="12"/>
                <c:pt idx="0">
                  <c:v>49</c:v>
                </c:pt>
                <c:pt idx="1">
                  <c:v>57</c:v>
                </c:pt>
                <c:pt idx="2">
                  <c:v>38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40</c:v>
                </c:pt>
                <c:pt idx="7">
                  <c:v>50</c:v>
                </c:pt>
                <c:pt idx="8">
                  <c:v>50</c:v>
                </c:pt>
                <c:pt idx="9">
                  <c:v>84</c:v>
                </c:pt>
                <c:pt idx="10">
                  <c:v>19</c:v>
                </c:pt>
                <c:pt idx="1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EA-4E0B-909D-C6CF718238E7}"/>
            </c:ext>
          </c:extLst>
        </c:ser>
        <c:ser>
          <c:idx val="3"/>
          <c:order val="3"/>
          <c:tx>
            <c:strRef>
              <c:f>'[2014.9-2019.6.xlsx]Sheet1'!$AE$17</c:f>
              <c:strCache>
                <c:ptCount val="1"/>
                <c:pt idx="0">
                  <c:v>경계~심각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'[2014.9-2019.6.xlsx]Sheet1'!$AE$18:$AE$29</c:f>
              <c:numCache>
                <c:formatCode>General</c:formatCode>
                <c:ptCount val="12"/>
                <c:pt idx="0">
                  <c:v>44</c:v>
                </c:pt>
                <c:pt idx="1">
                  <c:v>28</c:v>
                </c:pt>
                <c:pt idx="2">
                  <c:v>31</c:v>
                </c:pt>
                <c:pt idx="3">
                  <c:v>30</c:v>
                </c:pt>
                <c:pt idx="4">
                  <c:v>31</c:v>
                </c:pt>
                <c:pt idx="5">
                  <c:v>30</c:v>
                </c:pt>
                <c:pt idx="6">
                  <c:v>14</c:v>
                </c:pt>
                <c:pt idx="7">
                  <c:v>28</c:v>
                </c:pt>
                <c:pt idx="8">
                  <c:v>69</c:v>
                </c:pt>
                <c:pt idx="9">
                  <c:v>40</c:v>
                </c:pt>
                <c:pt idx="10">
                  <c:v>71</c:v>
                </c:pt>
                <c:pt idx="1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EA-4E0B-909D-C6CF718238E7}"/>
            </c:ext>
          </c:extLst>
        </c:ser>
        <c:ser>
          <c:idx val="4"/>
          <c:order val="4"/>
          <c:tx>
            <c:strRef>
              <c:f>'[2014.9-2019.6.xlsx]Sheet1'!$AF$17</c:f>
              <c:strCache>
                <c:ptCount val="1"/>
                <c:pt idx="0">
                  <c:v>심각 아래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'[2014.9-2019.6.xlsx]Sheet1'!$AF$18:$AF$29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EA-4E0B-909D-C6CF718238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02726720"/>
        <c:axId val="1102725056"/>
      </c:barChart>
      <c:catAx>
        <c:axId val="110272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5056"/>
        <c:crosses val="autoZero"/>
        <c:auto val="1"/>
        <c:lblAlgn val="ctr"/>
        <c:lblOffset val="100"/>
        <c:noMultiLvlLbl val="0"/>
      </c:catAx>
      <c:valAx>
        <c:axId val="110272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'[2014.9-2019.6.xlsx]Sheet1'!$AG$17</c:f>
              <c:strCache>
                <c:ptCount val="1"/>
                <c:pt idx="0">
                  <c:v>관심 이상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'[2014.9-2019.6.xlsx]Sheet1'!$AG$18:$AG$29</c:f>
              <c:numCache>
                <c:formatCode>General</c:formatCode>
                <c:ptCount val="12"/>
                <c:pt idx="0">
                  <c:v>62</c:v>
                </c:pt>
                <c:pt idx="1">
                  <c:v>56</c:v>
                </c:pt>
                <c:pt idx="2">
                  <c:v>62</c:v>
                </c:pt>
                <c:pt idx="3">
                  <c:v>60</c:v>
                </c:pt>
                <c:pt idx="4">
                  <c:v>111</c:v>
                </c:pt>
                <c:pt idx="5">
                  <c:v>99</c:v>
                </c:pt>
                <c:pt idx="6">
                  <c:v>23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21</c:v>
                </c:pt>
                <c:pt idx="1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03-4BE3-81A9-F18F1E5049AD}"/>
            </c:ext>
          </c:extLst>
        </c:ser>
        <c:ser>
          <c:idx val="1"/>
          <c:order val="1"/>
          <c:tx>
            <c:strRef>
              <c:f>'[2014.9-2019.6.xlsx]Sheet1'!$AH$17</c:f>
              <c:strCache>
                <c:ptCount val="1"/>
                <c:pt idx="0">
                  <c:v>관심~주의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'[2014.9-2019.6.xlsx]Sheet1'!$AH$18:$AH$29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55</c:v>
                </c:pt>
                <c:pt idx="4">
                  <c:v>13</c:v>
                </c:pt>
                <c:pt idx="5">
                  <c:v>21</c:v>
                </c:pt>
                <c:pt idx="6">
                  <c:v>33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39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03-4BE3-81A9-F18F1E5049AD}"/>
            </c:ext>
          </c:extLst>
        </c:ser>
        <c:ser>
          <c:idx val="2"/>
          <c:order val="2"/>
          <c:tx>
            <c:strRef>
              <c:f>'[2014.9-2019.6.xlsx]Sheet1'!$AI$17</c:f>
              <c:strCache>
                <c:ptCount val="1"/>
                <c:pt idx="0">
                  <c:v>주의~경계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'[2014.9-2019.6.xlsx]Sheet1'!$AI$18:$AI$29</c:f>
              <c:numCache>
                <c:formatCode>General</c:formatCode>
                <c:ptCount val="12"/>
                <c:pt idx="0">
                  <c:v>31</c:v>
                </c:pt>
                <c:pt idx="1">
                  <c:v>29</c:v>
                </c:pt>
                <c:pt idx="2">
                  <c:v>93</c:v>
                </c:pt>
                <c:pt idx="3">
                  <c:v>35</c:v>
                </c:pt>
                <c:pt idx="4">
                  <c:v>31</c:v>
                </c:pt>
                <c:pt idx="5">
                  <c:v>30</c:v>
                </c:pt>
                <c:pt idx="6">
                  <c:v>68</c:v>
                </c:pt>
                <c:pt idx="7">
                  <c:v>31</c:v>
                </c:pt>
                <c:pt idx="8">
                  <c:v>57</c:v>
                </c:pt>
                <c:pt idx="9">
                  <c:v>62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03-4BE3-81A9-F18F1E5049AD}"/>
            </c:ext>
          </c:extLst>
        </c:ser>
        <c:ser>
          <c:idx val="3"/>
          <c:order val="3"/>
          <c:tx>
            <c:strRef>
              <c:f>'[2014.9-2019.6.xlsx]Sheet1'!$AJ$17</c:f>
              <c:strCache>
                <c:ptCount val="1"/>
                <c:pt idx="0">
                  <c:v>경계~심각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'[2014.9-2019.6.xlsx]Sheet1'!$AJ$18:$AJ$29</c:f>
              <c:numCache>
                <c:formatCode>General</c:formatCode>
                <c:ptCount val="12"/>
                <c:pt idx="0">
                  <c:v>62</c:v>
                </c:pt>
                <c:pt idx="1">
                  <c:v>56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93</c:v>
                </c:pt>
                <c:pt idx="8">
                  <c:v>36</c:v>
                </c:pt>
                <c:pt idx="9">
                  <c:v>80</c:v>
                </c:pt>
                <c:pt idx="10">
                  <c:v>90</c:v>
                </c:pt>
                <c:pt idx="11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03-4BE3-81A9-F18F1E5049AD}"/>
            </c:ext>
          </c:extLst>
        </c:ser>
        <c:ser>
          <c:idx val="4"/>
          <c:order val="4"/>
          <c:tx>
            <c:strRef>
              <c:f>'[2014.9-2019.6.xlsx]Sheet1'!$AK$17</c:f>
              <c:strCache>
                <c:ptCount val="1"/>
                <c:pt idx="0">
                  <c:v>심각 아래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'[2014.9-2019.6.xlsx]Sheet1'!$AK$18:$AK$29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57</c:v>
                </c:pt>
                <c:pt idx="9">
                  <c:v>13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D03-4BE3-81A9-F18F1E5049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02726720"/>
        <c:axId val="1102725056"/>
      </c:barChart>
      <c:catAx>
        <c:axId val="110272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5056"/>
        <c:crosses val="autoZero"/>
        <c:auto val="1"/>
        <c:lblAlgn val="ctr"/>
        <c:lblOffset val="100"/>
        <c:noMultiLvlLbl val="0"/>
      </c:catAx>
      <c:valAx>
        <c:axId val="110272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Sheet1!$AG$17</c:f>
              <c:strCache>
                <c:ptCount val="1"/>
                <c:pt idx="0">
                  <c:v>관심 이상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Sheet1!$AG$18:$AG$29</c:f>
              <c:numCache>
                <c:formatCode>General</c:formatCode>
                <c:ptCount val="12"/>
                <c:pt idx="0">
                  <c:v>62</c:v>
                </c:pt>
                <c:pt idx="1">
                  <c:v>56</c:v>
                </c:pt>
                <c:pt idx="2">
                  <c:v>75</c:v>
                </c:pt>
                <c:pt idx="3">
                  <c:v>104</c:v>
                </c:pt>
                <c:pt idx="4">
                  <c:v>124</c:v>
                </c:pt>
                <c:pt idx="5">
                  <c:v>89</c:v>
                </c:pt>
                <c:pt idx="6">
                  <c:v>39</c:v>
                </c:pt>
                <c:pt idx="7">
                  <c:v>1</c:v>
                </c:pt>
                <c:pt idx="8">
                  <c:v>27</c:v>
                </c:pt>
                <c:pt idx="9">
                  <c:v>31</c:v>
                </c:pt>
                <c:pt idx="10">
                  <c:v>54</c:v>
                </c:pt>
                <c:pt idx="1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29-4E7C-BBEE-D5DC45A53396}"/>
            </c:ext>
          </c:extLst>
        </c:ser>
        <c:ser>
          <c:idx val="1"/>
          <c:order val="1"/>
          <c:tx>
            <c:strRef>
              <c:f>Sheet1!$AH$17</c:f>
              <c:strCache>
                <c:ptCount val="1"/>
                <c:pt idx="0">
                  <c:v>관심~주의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Sheet1!$AH$18:$AH$29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49</c:v>
                </c:pt>
                <c:pt idx="3">
                  <c:v>16</c:v>
                </c:pt>
                <c:pt idx="4">
                  <c:v>0</c:v>
                </c:pt>
                <c:pt idx="5">
                  <c:v>30</c:v>
                </c:pt>
                <c:pt idx="6">
                  <c:v>20</c:v>
                </c:pt>
                <c:pt idx="7">
                  <c:v>30</c:v>
                </c:pt>
                <c:pt idx="8">
                  <c:v>3</c:v>
                </c:pt>
                <c:pt idx="9">
                  <c:v>0</c:v>
                </c:pt>
                <c:pt idx="10">
                  <c:v>6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29-4E7C-BBEE-D5DC45A53396}"/>
            </c:ext>
          </c:extLst>
        </c:ser>
        <c:ser>
          <c:idx val="2"/>
          <c:order val="2"/>
          <c:tx>
            <c:strRef>
              <c:f>Sheet1!$AI$17</c:f>
              <c:strCache>
                <c:ptCount val="1"/>
                <c:pt idx="0">
                  <c:v>주의~경계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Sheet1!$AI$18:$AI$29</c:f>
              <c:numCache>
                <c:formatCode>General</c:formatCode>
                <c:ptCount val="12"/>
                <c:pt idx="0">
                  <c:v>62</c:v>
                </c:pt>
                <c:pt idx="1">
                  <c:v>57</c:v>
                </c:pt>
                <c:pt idx="2">
                  <c:v>31</c:v>
                </c:pt>
                <c:pt idx="3">
                  <c:v>30</c:v>
                </c:pt>
                <c:pt idx="4">
                  <c:v>31</c:v>
                </c:pt>
                <c:pt idx="5">
                  <c:v>31</c:v>
                </c:pt>
                <c:pt idx="6">
                  <c:v>65</c:v>
                </c:pt>
                <c:pt idx="7">
                  <c:v>16</c:v>
                </c:pt>
                <c:pt idx="8">
                  <c:v>30</c:v>
                </c:pt>
                <c:pt idx="9">
                  <c:v>31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29-4E7C-BBEE-D5DC45A53396}"/>
            </c:ext>
          </c:extLst>
        </c:ser>
        <c:ser>
          <c:idx val="3"/>
          <c:order val="3"/>
          <c:tx>
            <c:strRef>
              <c:f>Sheet1!$AJ$17</c:f>
              <c:strCache>
                <c:ptCount val="1"/>
                <c:pt idx="0">
                  <c:v>경계~심각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Sheet1!$AJ$18:$AJ$29</c:f>
              <c:numCache>
                <c:formatCode>General</c:formatCode>
                <c:ptCount val="12"/>
                <c:pt idx="0">
                  <c:v>31</c:v>
                </c:pt>
                <c:pt idx="1">
                  <c:v>28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77</c:v>
                </c:pt>
                <c:pt idx="8">
                  <c:v>90</c:v>
                </c:pt>
                <c:pt idx="9">
                  <c:v>93</c:v>
                </c:pt>
                <c:pt idx="10">
                  <c:v>90</c:v>
                </c:pt>
                <c:pt idx="11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E29-4E7C-BBEE-D5DC45A53396}"/>
            </c:ext>
          </c:extLst>
        </c:ser>
        <c:ser>
          <c:idx val="4"/>
          <c:order val="4"/>
          <c:tx>
            <c:strRef>
              <c:f>Sheet1!$AK$17</c:f>
              <c:strCache>
                <c:ptCount val="1"/>
                <c:pt idx="0">
                  <c:v>심각 이하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val>
            <c:numRef>
              <c:f>Sheet1!$AK$18:$AK$29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29-4E7C-BBEE-D5DC45A53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02726720"/>
        <c:axId val="1102725056"/>
      </c:barChart>
      <c:catAx>
        <c:axId val="110272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5056"/>
        <c:crosses val="autoZero"/>
        <c:auto val="1"/>
        <c:lblAlgn val="ctr"/>
        <c:lblOffset val="100"/>
        <c:noMultiLvlLbl val="0"/>
      </c:catAx>
      <c:valAx>
        <c:axId val="110272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72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40D0E8C3-9D86-412C-802A-735135E9CA7E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C1EEFD16-AF7D-420D-A03C-958D0D096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80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96416" y="2167391"/>
            <a:ext cx="10595584" cy="1042339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003C7C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/>
              <a:t>제목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1596415" cy="3651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596415" y="4420816"/>
            <a:ext cx="105955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rPr>
              <a:t>Research</a:t>
            </a:r>
            <a:r>
              <a:rPr lang="en-US" altLang="ko-KR" sz="1600" b="0" baseline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rPr>
              <a:t> Group for Climate Change Adaptation in Water Resourses (CCAWR)</a:t>
            </a:r>
          </a:p>
          <a:p>
            <a:pPr algn="ctr"/>
            <a:r>
              <a:rPr lang="en-US" altLang="ko-KR" sz="1600" b="0" baseline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rPr>
              <a:t>Department of Civil and Environmental Engineering</a:t>
            </a:r>
          </a:p>
          <a:p>
            <a:pPr algn="ctr"/>
            <a:r>
              <a:rPr lang="en-US" altLang="ko-KR" sz="1600" b="0" baseline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rPr>
              <a:t>Seoul National University</a:t>
            </a:r>
          </a:p>
          <a:p>
            <a:pPr algn="ctr"/>
            <a:endParaRPr lang="en-US" altLang="ko-KR" sz="1600" b="0" baseline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600" b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rPr>
              <a:t>이재호</a:t>
            </a:r>
            <a:endParaRPr lang="en-US" altLang="ko-KR" sz="1600" b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600" b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rPr>
              <a:t>이주형</a:t>
            </a:r>
            <a:endParaRPr lang="en-US" altLang="ko-KR" sz="1600" b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600" b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rPr>
              <a:t>김연주</a:t>
            </a:r>
          </a:p>
        </p:txBody>
      </p:sp>
      <p:sp>
        <p:nvSpPr>
          <p:cNvPr id="31" name="텍스트 개체 틀 29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272897"/>
            <a:ext cx="1596415" cy="5844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aseline="0">
                <a:solidFill>
                  <a:schemeClr val="bg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/>
              <a:t>1. Content </a:t>
            </a:r>
          </a:p>
          <a:p>
            <a:pPr lvl="0"/>
            <a:r>
              <a:rPr lang="en-US" altLang="ko-KR"/>
              <a:t>- Sub Content</a:t>
            </a:r>
          </a:p>
          <a:p>
            <a:pPr lvl="0"/>
            <a:r>
              <a:rPr lang="en-US" altLang="ko-KR"/>
              <a:t> </a:t>
            </a:r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ko-KR" altLang="en-US"/>
          </a:p>
        </p:txBody>
      </p:sp>
      <p:sp>
        <p:nvSpPr>
          <p:cNvPr id="15" name="텍스트 개체 틀 29"/>
          <p:cNvSpPr>
            <a:spLocks noGrp="1"/>
          </p:cNvSpPr>
          <p:nvPr>
            <p:ph type="body" sz="quarter" idx="15" hasCustomPrompt="1"/>
          </p:nvPr>
        </p:nvSpPr>
        <p:spPr>
          <a:xfrm>
            <a:off x="-1" y="1901878"/>
            <a:ext cx="1596415" cy="5844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aseline="0">
                <a:solidFill>
                  <a:schemeClr val="bg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/>
              <a:t>2. Content </a:t>
            </a:r>
          </a:p>
          <a:p>
            <a:pPr lvl="0"/>
            <a:r>
              <a:rPr lang="en-US" altLang="ko-KR"/>
              <a:t>- Sub Content</a:t>
            </a:r>
          </a:p>
          <a:p>
            <a:pPr lvl="0"/>
            <a:r>
              <a:rPr lang="en-US" altLang="ko-KR"/>
              <a:t> </a:t>
            </a:r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ko-KR" altLang="en-US"/>
          </a:p>
        </p:txBody>
      </p:sp>
      <p:sp>
        <p:nvSpPr>
          <p:cNvPr id="16" name="텍스트 개체 틀 29"/>
          <p:cNvSpPr>
            <a:spLocks noGrp="1"/>
          </p:cNvSpPr>
          <p:nvPr>
            <p:ph type="body" sz="quarter" idx="16" hasCustomPrompt="1"/>
          </p:nvPr>
        </p:nvSpPr>
        <p:spPr>
          <a:xfrm>
            <a:off x="-2" y="2530859"/>
            <a:ext cx="1596415" cy="5844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aseline="0">
                <a:solidFill>
                  <a:schemeClr val="bg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/>
              <a:t>3. Content </a:t>
            </a:r>
          </a:p>
          <a:p>
            <a:pPr lvl="0"/>
            <a:r>
              <a:rPr lang="en-US" altLang="ko-KR"/>
              <a:t>- Sub Content</a:t>
            </a:r>
          </a:p>
          <a:p>
            <a:pPr lvl="0"/>
            <a:r>
              <a:rPr lang="en-US" altLang="ko-KR"/>
              <a:t> </a:t>
            </a:r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ko-KR" altLang="en-US"/>
          </a:p>
        </p:txBody>
      </p:sp>
      <p:sp>
        <p:nvSpPr>
          <p:cNvPr id="17" name="텍스트 개체 틀 29"/>
          <p:cNvSpPr>
            <a:spLocks noGrp="1"/>
          </p:cNvSpPr>
          <p:nvPr>
            <p:ph type="body" sz="quarter" idx="17" hasCustomPrompt="1"/>
          </p:nvPr>
        </p:nvSpPr>
        <p:spPr>
          <a:xfrm>
            <a:off x="-3" y="3159840"/>
            <a:ext cx="1596415" cy="5844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aseline="0">
                <a:solidFill>
                  <a:schemeClr val="bg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/>
              <a:t>4. Content </a:t>
            </a:r>
          </a:p>
          <a:p>
            <a:pPr lvl="0"/>
            <a:r>
              <a:rPr lang="en-US" altLang="ko-KR"/>
              <a:t>- Sub Content</a:t>
            </a:r>
          </a:p>
          <a:p>
            <a:pPr lvl="0"/>
            <a:r>
              <a:rPr lang="en-US" altLang="ko-KR"/>
              <a:t> </a:t>
            </a:r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ko-KR" altLang="en-US"/>
          </a:p>
        </p:txBody>
      </p:sp>
      <p:sp>
        <p:nvSpPr>
          <p:cNvPr id="18" name="텍스트 개체 틀 29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788821"/>
            <a:ext cx="1596415" cy="5844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aseline="0">
                <a:solidFill>
                  <a:schemeClr val="bg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/>
              <a:t>5. Content </a:t>
            </a:r>
          </a:p>
          <a:p>
            <a:pPr lvl="0"/>
            <a:r>
              <a:rPr lang="en-US" altLang="ko-KR"/>
              <a:t>- Sub Content</a:t>
            </a:r>
          </a:p>
          <a:p>
            <a:pPr lvl="0"/>
            <a:r>
              <a:rPr lang="en-US" altLang="ko-KR"/>
              <a:t> </a:t>
            </a:r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ko-KR" altLang="en-US"/>
          </a:p>
        </p:txBody>
      </p:sp>
      <p:sp>
        <p:nvSpPr>
          <p:cNvPr id="19" name="텍스트 개체 틀 29"/>
          <p:cNvSpPr>
            <a:spLocks noGrp="1"/>
          </p:cNvSpPr>
          <p:nvPr>
            <p:ph type="body" sz="quarter" idx="19" hasCustomPrompt="1"/>
          </p:nvPr>
        </p:nvSpPr>
        <p:spPr>
          <a:xfrm>
            <a:off x="-4" y="4417804"/>
            <a:ext cx="1596415" cy="5844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aseline="0">
                <a:solidFill>
                  <a:schemeClr val="bg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/>
              <a:t>6. Content </a:t>
            </a:r>
          </a:p>
          <a:p>
            <a:pPr lvl="0"/>
            <a:r>
              <a:rPr lang="en-US" altLang="ko-KR"/>
              <a:t>- Sub Content</a:t>
            </a:r>
          </a:p>
          <a:p>
            <a:pPr lvl="0"/>
            <a:r>
              <a:rPr lang="en-US" altLang="ko-KR"/>
              <a:t> </a:t>
            </a:r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en-US" altLang="ko-KR"/>
          </a:p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88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6415" y="0"/>
            <a:ext cx="10595584" cy="590550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00225" y="1181100"/>
            <a:ext cx="10239374" cy="5311773"/>
          </a:xfrm>
        </p:spPr>
        <p:txBody>
          <a:bodyPr>
            <a:normAutofit/>
          </a:bodyPr>
          <a:lstStyle>
            <a:lvl1pPr algn="l">
              <a:defRPr sz="1600"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  <a:lvl2pPr algn="l">
              <a:defRPr sz="1600"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2pPr>
            <a:lvl3pPr algn="l">
              <a:defRPr sz="1600"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3pPr>
            <a:lvl4pPr algn="l">
              <a:defRPr sz="1600"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4pPr>
            <a:lvl5pPr algn="l">
              <a:defRPr sz="1600"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1096626" y="6634953"/>
            <a:ext cx="1095374" cy="223046"/>
          </a:xfrm>
          <a:prstGeom prst="rect">
            <a:avLst/>
          </a:prstGeom>
        </p:spPr>
        <p:txBody>
          <a:bodyPr/>
          <a:lstStyle>
            <a:lvl1pPr algn="l">
              <a:defRPr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fld id="{12A12C86-43F8-4055-BCAE-4F4B5B6C7BF1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1596415" cy="365125"/>
          </a:xfrm>
          <a:prstGeom prst="rect">
            <a:avLst/>
          </a:prstGeom>
        </p:spPr>
        <p:txBody>
          <a:bodyPr/>
          <a:lstStyle>
            <a:lvl1pPr algn="l">
              <a:defRPr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fld id="{CD944F4C-5ECB-47DC-9884-0E6CE87787B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800225" y="612377"/>
            <a:ext cx="45719" cy="339725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aseline="0">
              <a:latin typeface="Times New Roman" panose="02020603050405020304" pitchFamily="18" charset="0"/>
              <a:ea typeface="KoPub돋움체 Medium" panose="02020603020101020101" pitchFamily="18" charset="-127"/>
            </a:endParaRP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3" hasCustomPrompt="1"/>
          </p:nvPr>
        </p:nvSpPr>
        <p:spPr>
          <a:xfrm>
            <a:off x="1914525" y="615951"/>
            <a:ext cx="10277475" cy="332579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5989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33624" y="1709738"/>
            <a:ext cx="9013825" cy="2852737"/>
          </a:xfrm>
        </p:spPr>
        <p:txBody>
          <a:bodyPr anchor="b"/>
          <a:lstStyle>
            <a:lvl1pPr>
              <a:defRPr sz="6000" baseline="0">
                <a:latin typeface="Times New Roman" panose="02020603050405020304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33624" y="4589463"/>
            <a:ext cx="9013826" cy="1500187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1144250" y="6492874"/>
            <a:ext cx="1047749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12A12C86-43F8-4055-BCAE-4F4B5B6C7BF1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60424" y="6356350"/>
            <a:ext cx="2492976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1596415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CD944F4C-5ECB-47DC-9884-0E6CE87787B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86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65918" y="1825625"/>
            <a:ext cx="3958706" cy="4351338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19900" y="1825625"/>
            <a:ext cx="4533900" cy="4351338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11144250" y="6492874"/>
            <a:ext cx="1047749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12A12C86-43F8-4055-BCAE-4F4B5B6C7BF1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660424" y="6356350"/>
            <a:ext cx="2492976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1596415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CD944F4C-5ECB-47DC-9884-0E6CE87787B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42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33624" y="365125"/>
            <a:ext cx="9021763" cy="1325563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495959" y="1681163"/>
            <a:ext cx="3501615" cy="823912"/>
          </a:xfrm>
        </p:spPr>
        <p:txBody>
          <a:bodyPr anchor="b"/>
          <a:lstStyle>
            <a:lvl1pPr marL="0" indent="0">
              <a:buNone/>
              <a:defRPr sz="2400" b="1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495959" y="2505075"/>
            <a:ext cx="3501615" cy="3684588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836527" y="1681163"/>
            <a:ext cx="3518860" cy="823912"/>
          </a:xfrm>
        </p:spPr>
        <p:txBody>
          <a:bodyPr anchor="b"/>
          <a:lstStyle>
            <a:lvl1pPr marL="0" indent="0">
              <a:buNone/>
              <a:defRPr sz="2400" b="1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836527" y="2505075"/>
            <a:ext cx="3518860" cy="3684588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11115675" y="6492874"/>
            <a:ext cx="1076323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12A12C86-43F8-4055-BCAE-4F4B5B6C7BF1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6460921" y="6356350"/>
            <a:ext cx="1692478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1596415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CD944F4C-5ECB-47DC-9884-0E6CE87787B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66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11144250" y="6492874"/>
            <a:ext cx="1047749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12A12C86-43F8-4055-BCAE-4F4B5B6C7BF1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5660424" y="6356350"/>
            <a:ext cx="2492976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1596415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CD944F4C-5ECB-47DC-9884-0E6CE87787B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9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11144250" y="6492874"/>
            <a:ext cx="1047749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12A12C86-43F8-4055-BCAE-4F4B5B6C7BF1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5660424" y="6356350"/>
            <a:ext cx="2492976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1596415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</a:lstStyle>
          <a:p>
            <a:fld id="{CD944F4C-5ECB-47DC-9884-0E6CE87787B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3"/>
          </p:nvPr>
        </p:nvSpPr>
        <p:spPr>
          <a:xfrm>
            <a:off x="2362199" y="619125"/>
            <a:ext cx="9477375" cy="5486400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5861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96414" y="1"/>
            <a:ext cx="10595585" cy="64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중 제목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13442" y="882650"/>
            <a:ext cx="10178533" cy="5746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596416" cy="6858000"/>
          </a:xfrm>
          <a:prstGeom prst="rect">
            <a:avLst/>
          </a:prstGeom>
          <a:solidFill>
            <a:srgbClr val="003C7C"/>
          </a:solidFill>
          <a:ln>
            <a:solidFill>
              <a:srgbClr val="003C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슬라이드 번호 개체 틀 19"/>
          <p:cNvSpPr>
            <a:spLocks noGrp="1"/>
          </p:cNvSpPr>
          <p:nvPr>
            <p:ph type="sldNum" sz="quarter" idx="4"/>
          </p:nvPr>
        </p:nvSpPr>
        <p:spPr>
          <a:xfrm>
            <a:off x="-2" y="6629400"/>
            <a:ext cx="1596417" cy="236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8ACB576B-8C7E-4710-8700-933B69B3034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2" name="날짜 개체 틀 21"/>
          <p:cNvSpPr>
            <a:spLocks noGrp="1"/>
          </p:cNvSpPr>
          <p:nvPr>
            <p:ph type="dt" sz="half" idx="2"/>
          </p:nvPr>
        </p:nvSpPr>
        <p:spPr>
          <a:xfrm>
            <a:off x="11163300" y="6500812"/>
            <a:ext cx="1028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35FBE4BE-5EBC-45F1-BF93-0206AACE82DC}" type="datetimeFigureOut">
              <a:rPr lang="ko-KR" altLang="en-US" smtClean="0"/>
              <a:pPr/>
              <a:t>2022-06-20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-2" y="0"/>
            <a:ext cx="1596417" cy="53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8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Times New Roman" panose="02020603050405020304" pitchFamily="18" charset="0"/>
          <a:ea typeface="KoPub돋움체 Medium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KoPub돋움체 Medium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KoPub돋움체 Medium" panose="02020603020101020101" pitchFamily="18" charset="-127"/>
          <a:cs typeface="+mn-cs"/>
        </a:defRPr>
      </a:lvl2pPr>
      <a:lvl3pPr marL="1200150" indent="-28575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KoPub돋움체 Medium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KoPub돋움체 Medium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KoPub돋움체 Medium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chart" Target="../charts/char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96416" y="2832053"/>
            <a:ext cx="10595584" cy="1042339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Water Resourse System Engineering</a:t>
            </a:r>
            <a:br>
              <a:rPr lang="en-US" altLang="ko-KR"/>
            </a:br>
            <a:r>
              <a:rPr lang="en-US" altLang="ko-KR"/>
              <a:t>Term Project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0" y="2398260"/>
            <a:ext cx="1596415" cy="584498"/>
          </a:xfrm>
        </p:spPr>
        <p:txBody>
          <a:bodyPr/>
          <a:lstStyle/>
          <a:p>
            <a:r>
              <a:rPr lang="en-US" altLang="ko-KR" sz="1600"/>
              <a:t>1. Preliminary Analysis</a:t>
            </a:r>
            <a:endParaRPr lang="ko-KR" altLang="en-US" sz="160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0" y="3136326"/>
            <a:ext cx="1596415" cy="584498"/>
          </a:xfrm>
        </p:spPr>
        <p:txBody>
          <a:bodyPr/>
          <a:lstStyle/>
          <a:p>
            <a:r>
              <a:rPr lang="en-US" altLang="ko-KR" sz="1600"/>
              <a:t>2. Frequency Analysis</a:t>
            </a:r>
            <a:endParaRPr lang="ko-KR" altLang="en-US" sz="160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/>
          </p:nvPr>
        </p:nvSpPr>
        <p:spPr>
          <a:xfrm>
            <a:off x="-1" y="3875475"/>
            <a:ext cx="1596415" cy="584498"/>
          </a:xfrm>
        </p:spPr>
        <p:txBody>
          <a:bodyPr/>
          <a:lstStyle/>
          <a:p>
            <a:r>
              <a:rPr lang="en-US" altLang="ko-KR" sz="1600"/>
              <a:t>3. Optimization Modeling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58296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Preliminary Analysis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/>
              <a:t>충청남도 보령시에 위치한 보령댐 유역으로 </a:t>
            </a:r>
            <a:r>
              <a:rPr lang="en-US" altLang="ko-KR" sz="1400"/>
              <a:t>1998</a:t>
            </a:r>
            <a:r>
              <a:rPr lang="ko-KR" altLang="en-US" sz="1400"/>
              <a:t>년 한국수자원공사가 충청남도 서북부 지역에 생활용수와 공업용수 등을 공급할 목적으로 건설한 다목적댐</a:t>
            </a:r>
            <a:endParaRPr lang="en-US" altLang="ko-KR" sz="1400"/>
          </a:p>
          <a:p>
            <a:r>
              <a:rPr lang="ko-KR" altLang="en-US" sz="1400"/>
              <a:t>보령댐의 유역면적은 </a:t>
            </a:r>
            <a:r>
              <a:rPr lang="en-US" altLang="ko-KR" sz="1400"/>
              <a:t>163.7</a:t>
            </a:r>
            <a:r>
              <a:rPr lang="ko-KR" altLang="en-US" sz="1400"/>
              <a:t>㎢</a:t>
            </a:r>
            <a:r>
              <a:rPr lang="en-US" altLang="ko-KR" sz="1400"/>
              <a:t>, </a:t>
            </a:r>
            <a:r>
              <a:rPr lang="ko-KR" altLang="en-US" sz="1400"/>
              <a:t>유로연장 </a:t>
            </a:r>
            <a:r>
              <a:rPr lang="en-US" altLang="ko-KR" sz="1400"/>
              <a:t>22.3</a:t>
            </a:r>
            <a:r>
              <a:rPr lang="ko-KR" altLang="en-US" sz="1400"/>
              <a:t>㎞이며</a:t>
            </a:r>
            <a:r>
              <a:rPr lang="en-US" altLang="ko-KR" sz="1400"/>
              <a:t>, </a:t>
            </a:r>
            <a:r>
              <a:rPr lang="ko-KR" altLang="en-US" sz="1400"/>
              <a:t>유역 평균경사는 </a:t>
            </a:r>
            <a:r>
              <a:rPr lang="en-US" altLang="ko-KR" sz="1400"/>
              <a:t>40.19% </a:t>
            </a:r>
          </a:p>
          <a:p>
            <a:r>
              <a:rPr lang="ko-KR" altLang="en-US" sz="1400"/>
              <a:t>유역 면적의 약 </a:t>
            </a:r>
            <a:r>
              <a:rPr lang="en-US" altLang="ko-KR" sz="1400"/>
              <a:t>80%</a:t>
            </a:r>
            <a:r>
              <a:rPr lang="ko-KR" altLang="en-US" sz="1400"/>
              <a:t>는 산림으로 이루어져 있고 약 </a:t>
            </a:r>
            <a:r>
              <a:rPr lang="en-US" altLang="ko-KR" sz="1400"/>
              <a:t>13%</a:t>
            </a:r>
            <a:r>
              <a:rPr lang="ko-KR" altLang="en-US" sz="1400"/>
              <a:t>는 논</a:t>
            </a:r>
            <a:r>
              <a:rPr lang="en-US" altLang="ko-KR" sz="1400"/>
              <a:t>, </a:t>
            </a:r>
            <a:r>
              <a:rPr lang="ko-KR" altLang="en-US" sz="1400"/>
              <a:t>나머지 </a:t>
            </a:r>
            <a:r>
              <a:rPr lang="en-US" altLang="ko-KR" sz="1400"/>
              <a:t>7%</a:t>
            </a:r>
            <a:r>
              <a:rPr lang="ko-KR" altLang="en-US" sz="1400"/>
              <a:t>는 도심지</a:t>
            </a:r>
            <a:endParaRPr lang="en-US" altLang="ko-KR" sz="1400"/>
          </a:p>
          <a:p>
            <a:r>
              <a:rPr lang="en-US" altLang="ko-KR" sz="1400"/>
              <a:t>2015</a:t>
            </a:r>
            <a:r>
              <a:rPr lang="ko-KR" altLang="en-US" sz="1400"/>
              <a:t>년 우리나라 중부지방을 중심으로 발생한 가뭄으로 </a:t>
            </a:r>
            <a:r>
              <a:rPr lang="en-US" altLang="ko-KR" sz="1400"/>
              <a:t>2015</a:t>
            </a:r>
            <a:r>
              <a:rPr lang="ko-KR" altLang="en-US" sz="1400"/>
              <a:t>년 </a:t>
            </a:r>
            <a:r>
              <a:rPr lang="en-US" altLang="ko-KR" sz="1400"/>
              <a:t>11</a:t>
            </a:r>
            <a:r>
              <a:rPr lang="ko-KR" altLang="en-US" sz="1400"/>
              <a:t>월 보령댐의 저수율이 </a:t>
            </a:r>
            <a:r>
              <a:rPr lang="en-US" altLang="ko-KR" sz="1400"/>
              <a:t>18.9%</a:t>
            </a:r>
            <a:r>
              <a:rPr lang="ko-KR" altLang="en-US" sz="1400"/>
              <a:t>까지 낮아져 준공 이후 최저 저수율을 기록</a:t>
            </a:r>
            <a:r>
              <a:rPr lang="en-US" altLang="ko-KR" sz="1400"/>
              <a:t>, </a:t>
            </a:r>
            <a:r>
              <a:rPr lang="ko-KR" altLang="en-US" sz="1400"/>
              <a:t>이에 충남지역은 제한급수를 시행하고 금강에서 보령댐을 잇는 </a:t>
            </a:r>
            <a:r>
              <a:rPr lang="en-US" altLang="ko-KR" sz="1400"/>
              <a:t>11.49</a:t>
            </a:r>
            <a:r>
              <a:rPr lang="ko-KR" altLang="en-US" sz="1400"/>
              <a:t>㎞</a:t>
            </a:r>
            <a:r>
              <a:rPr lang="en-US" altLang="ko-KR" sz="1400"/>
              <a:t> </a:t>
            </a:r>
            <a:r>
              <a:rPr lang="ko-KR" altLang="en-US" sz="1400"/>
              <a:t>길이의 도수로 시설을 긴급 설치</a:t>
            </a:r>
            <a:r>
              <a:rPr lang="en-US" altLang="ko-KR" sz="1400"/>
              <a:t> </a:t>
            </a:r>
            <a:endParaRPr lang="ko-KR" altLang="en-US" sz="140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보령댐 및 보령댐 유역에 대한 예비분석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4" y="7465470"/>
            <a:ext cx="5781676" cy="3599403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993634"/>
              </p:ext>
            </p:extLst>
          </p:nvPr>
        </p:nvGraphicFramePr>
        <p:xfrm>
          <a:off x="7581901" y="3004978"/>
          <a:ext cx="4330700" cy="372046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351082">
                  <a:extLst>
                    <a:ext uri="{9D8B030D-6E8A-4147-A177-3AD203B41FA5}">
                      <a16:colId xmlns:a16="http://schemas.microsoft.com/office/drawing/2014/main" val="3090607668"/>
                    </a:ext>
                  </a:extLst>
                </a:gridCol>
                <a:gridCol w="2979618">
                  <a:extLst>
                    <a:ext uri="{9D8B030D-6E8A-4147-A177-3AD203B41FA5}">
                      <a16:colId xmlns:a16="http://schemas.microsoft.com/office/drawing/2014/main" val="3873650247"/>
                    </a:ext>
                  </a:extLst>
                </a:gridCol>
              </a:tblGrid>
              <a:tr h="131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구분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내용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0871909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시설명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보령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3116870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종류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다목적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0105731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형식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E.C.R.D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1309431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길이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1616263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높이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50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3474139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정상표고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9916625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여수로월류뷰포고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64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4283931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관할기관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K-water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7101333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준공일자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2000.06.30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1193240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좌안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충청남도 보령시 미산면 용수리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2898400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우안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충청남도 보령시 주산면 동오리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5774050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유역면적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163.6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6796403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하천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웅천천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5978632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계획홍수위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75.5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8586363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상시만수위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215001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저수위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50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6595413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홍수기제한수위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59511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총저수용량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116.9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7340096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유효저수용량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108.7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9948265"/>
                  </a:ext>
                </a:extLst>
              </a:tr>
              <a:tr h="1313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홍수조절용량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6472487"/>
                  </a:ext>
                </a:extLst>
              </a:tr>
            </a:tbl>
          </a:graphicData>
        </a:graphic>
      </p:graphicFrame>
      <p:pic>
        <p:nvPicPr>
          <p:cNvPr id="1026" name="Picture 2" descr="http://www.cenews.co.kr/news/photo/202108/11037_7091_215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2330" r="1840" b="3108"/>
          <a:stretch/>
        </p:blipFill>
        <p:spPr bwMode="auto">
          <a:xfrm>
            <a:off x="1882778" y="3159123"/>
            <a:ext cx="55721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9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23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Preliminary Analysis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현재 직면하고 있는 문제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319" y="837851"/>
            <a:ext cx="2589468" cy="3170438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336" y="1125763"/>
            <a:ext cx="3553553" cy="2462980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190" y="635093"/>
            <a:ext cx="3630828" cy="2536925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268" y="1547034"/>
            <a:ext cx="2522456" cy="209724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graphicFrame>
        <p:nvGraphicFramePr>
          <p:cNvPr id="9" name="차트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532433"/>
              </p:ext>
            </p:extLst>
          </p:nvPr>
        </p:nvGraphicFramePr>
        <p:xfrm>
          <a:off x="1821249" y="3984410"/>
          <a:ext cx="4398576" cy="2511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차트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0600318"/>
              </p:ext>
            </p:extLst>
          </p:nvPr>
        </p:nvGraphicFramePr>
        <p:xfrm>
          <a:off x="6801564" y="3984410"/>
          <a:ext cx="4523509" cy="2765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2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3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39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Preliminary Analysis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2200"/>
              <a:t>The 23 unsolved problems in hydrology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기후변화로 인한 강우와 유입량의 </a:t>
            </a:r>
            <a:r>
              <a:rPr lang="en-US" altLang="ko-KR" b="1"/>
              <a:t>Uncertainty</a:t>
            </a:r>
            <a:r>
              <a:rPr lang="ko-KR" altLang="en-US"/>
              <a:t>는 극복하거나 개선할 수 없는 부분 </a:t>
            </a:r>
            <a:endParaRPr lang="en-US" altLang="ko-KR"/>
          </a:p>
          <a:p>
            <a:r>
              <a:rPr lang="ko-KR" altLang="en-US" b="1" u="sng"/>
              <a:t>수자원시스템 최적화</a:t>
            </a:r>
            <a:r>
              <a:rPr lang="ko-KR" altLang="en-US"/>
              <a:t>을 통한 방류량 산정으로 기후변화와 강우에서도 확률의 개념을 사용하여 </a:t>
            </a:r>
            <a:r>
              <a:rPr lang="ko-KR" altLang="en-US" b="1" u="sng" smtClean="0"/>
              <a:t>피해</a:t>
            </a:r>
            <a:r>
              <a:rPr lang="ko-KR" altLang="en-US" smtClean="0"/>
              <a:t>를 </a:t>
            </a:r>
            <a:r>
              <a:rPr lang="ko-KR" altLang="en-US"/>
              <a:t>완화가는 것은 </a:t>
            </a:r>
            <a:r>
              <a:rPr lang="ko-KR" altLang="en-US" b="1" u="sng"/>
              <a:t>개선 가능</a:t>
            </a:r>
            <a:endParaRPr lang="en-US" altLang="ko-KR" b="1" u="sng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개선가능한 부분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179" y="1596231"/>
            <a:ext cx="6573376" cy="3782370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1622120" y="57737"/>
            <a:ext cx="10595584" cy="590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j-cs"/>
              </a:defRPr>
            </a:lvl1pPr>
          </a:lstStyle>
          <a:p>
            <a:endParaRPr lang="ko-KR" altLang="en-US"/>
          </a:p>
        </p:txBody>
      </p:sp>
      <p:sp>
        <p:nvSpPr>
          <p:cNvPr id="7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8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9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70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Frequency Analysis</a:t>
            </a:r>
            <a:endParaRPr lang="ko-KR" altLang="en-US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14730"/>
              </p:ext>
            </p:extLst>
          </p:nvPr>
        </p:nvGraphicFramePr>
        <p:xfrm>
          <a:off x="1886771" y="2711637"/>
          <a:ext cx="459419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390">
                  <a:extLst>
                    <a:ext uri="{9D8B030D-6E8A-4147-A177-3AD203B41FA5}">
                      <a16:colId xmlns:a16="http://schemas.microsoft.com/office/drawing/2014/main" val="2167808648"/>
                    </a:ext>
                  </a:extLst>
                </a:gridCol>
                <a:gridCol w="896815">
                  <a:extLst>
                    <a:ext uri="{9D8B030D-6E8A-4147-A177-3AD203B41FA5}">
                      <a16:colId xmlns:a16="http://schemas.microsoft.com/office/drawing/2014/main" val="5365217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0371983"/>
                    </a:ext>
                  </a:extLst>
                </a:gridCol>
                <a:gridCol w="694593">
                  <a:extLst>
                    <a:ext uri="{9D8B030D-6E8A-4147-A177-3AD203B41FA5}">
                      <a16:colId xmlns:a16="http://schemas.microsoft.com/office/drawing/2014/main" val="2892587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1998~2021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Computed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20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Anderson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correlogram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62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1.647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973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Spearman rank cor. coeff.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3.611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Turning Point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97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Wald-Wolfowitz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63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Mann-Whitney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2.309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25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Mann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Kendall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2.877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97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Hotelling-Pabst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2.961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25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2.969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033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-1.8 ~ -0.4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704777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보령댐이 최근 겪은 가뭄은 얼마나 심각했는가</a:t>
            </a:r>
            <a:r>
              <a:rPr lang="en-US" altLang="ko-KR"/>
              <a:t>?</a:t>
            </a:r>
            <a:endParaRPr lang="ko-KR" altLang="en-US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505481"/>
              </p:ext>
            </p:extLst>
          </p:nvPr>
        </p:nvGraphicFramePr>
        <p:xfrm>
          <a:off x="6567515" y="2702157"/>
          <a:ext cx="4694054" cy="40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446">
                  <a:extLst>
                    <a:ext uri="{9D8B030D-6E8A-4147-A177-3AD203B41FA5}">
                      <a16:colId xmlns:a16="http://schemas.microsoft.com/office/drawing/2014/main" val="2167808648"/>
                    </a:ext>
                  </a:extLst>
                </a:gridCol>
                <a:gridCol w="913600">
                  <a:extLst>
                    <a:ext uri="{9D8B030D-6E8A-4147-A177-3AD203B41FA5}">
                      <a16:colId xmlns:a16="http://schemas.microsoft.com/office/drawing/2014/main" val="536521710"/>
                    </a:ext>
                  </a:extLst>
                </a:gridCol>
                <a:gridCol w="975947">
                  <a:extLst>
                    <a:ext uri="{9D8B030D-6E8A-4147-A177-3AD203B41FA5}">
                      <a16:colId xmlns:a16="http://schemas.microsoft.com/office/drawing/2014/main" val="180371983"/>
                    </a:ext>
                  </a:extLst>
                </a:gridCol>
                <a:gridCol w="844061">
                  <a:extLst>
                    <a:ext uri="{9D8B030D-6E8A-4147-A177-3AD203B41FA5}">
                      <a16:colId xmlns:a16="http://schemas.microsoft.com/office/drawing/2014/main" val="2892587742"/>
                    </a:ext>
                  </a:extLst>
                </a:gridCol>
              </a:tblGrid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1998~2013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Computed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20051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Anderson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correlogram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627027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973902"/>
                  </a:ext>
                </a:extLst>
              </a:tr>
              <a:tr h="4477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Spearman rank cor. coeff.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1.378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2.145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42860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Turning Point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977752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Wald-Wolfowitz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633230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Mann-Whitney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1.785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254239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Mann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Kendall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1.441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972900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Hotelling-Pabst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1.424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254181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1.372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033539"/>
                  </a:ext>
                </a:extLst>
              </a:tr>
              <a:tr h="36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 Test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- 3.2 ~ 0.4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704777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515" y="209088"/>
            <a:ext cx="5050026" cy="2376784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1800225" y="1181100"/>
            <a:ext cx="10239374" cy="5311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보령댐의 연최저 저수량을 기준으로 빈도분석을 진행</a:t>
            </a:r>
            <a:endParaRPr lang="en-US" altLang="ko-KR"/>
          </a:p>
          <a:p>
            <a:r>
              <a:rPr lang="en-US" altLang="ko-KR"/>
              <a:t>1998~2021 </a:t>
            </a:r>
            <a:r>
              <a:rPr lang="ko-KR" altLang="en-US"/>
              <a:t>정상성 부적합</a:t>
            </a:r>
            <a:endParaRPr lang="en-US" altLang="ko-KR"/>
          </a:p>
          <a:p>
            <a:r>
              <a:rPr lang="ko-KR" altLang="en-US"/>
              <a:t>정상성을 만족하는 </a:t>
            </a:r>
            <a:r>
              <a:rPr lang="en-US" altLang="ko-KR"/>
              <a:t>1998~2013</a:t>
            </a:r>
            <a:r>
              <a:rPr lang="ko-KR" altLang="en-US"/>
              <a:t>년으로 빈도분석</a:t>
            </a:r>
          </a:p>
        </p:txBody>
      </p:sp>
      <p:sp>
        <p:nvSpPr>
          <p:cNvPr id="9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85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Frequency Analysis</a:t>
            </a:r>
            <a:endParaRPr lang="ko-KR" altLang="en-US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298547"/>
              </p:ext>
            </p:extLst>
          </p:nvPr>
        </p:nvGraphicFramePr>
        <p:xfrm>
          <a:off x="1777690" y="1189814"/>
          <a:ext cx="5116515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303">
                  <a:extLst>
                    <a:ext uri="{9D8B030D-6E8A-4147-A177-3AD203B41FA5}">
                      <a16:colId xmlns:a16="http://schemas.microsoft.com/office/drawing/2014/main" val="569961773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540725379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1492315250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2572222257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659138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SHAPE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VALIDITY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533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41.01250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15.07377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40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LN2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3.64052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0.35596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47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LN3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-62.61074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4.63029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0.14471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8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5.54023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7.40268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899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0.52792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5.61247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7.21333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83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4.84243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-0.12527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9.56233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8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GEV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34.85383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13.77318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0.14902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GUM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34.22850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11.75297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684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LGU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59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WBU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7.93970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37.32575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2.32992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6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40.33837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8.23667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-0.04961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32806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/>
              <a:t>Parameter Estimation : METHOD OF MOMENTS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905" y="973931"/>
            <a:ext cx="2510345" cy="249554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948" y="973931"/>
            <a:ext cx="2484793" cy="247014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950" y="3656359"/>
            <a:ext cx="2481556" cy="246693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694" y="3656358"/>
            <a:ext cx="2481556" cy="2466930"/>
          </a:xfrm>
          <a:prstGeom prst="rect">
            <a:avLst/>
          </a:prstGeom>
        </p:spPr>
      </p:pic>
      <p:sp>
        <p:nvSpPr>
          <p:cNvPr id="10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2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10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Frequency Analysis</a:t>
            </a:r>
            <a:endParaRPr lang="ko-KR" altLang="en-US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184300"/>
              </p:ext>
            </p:extLst>
          </p:nvPr>
        </p:nvGraphicFramePr>
        <p:xfrm>
          <a:off x="1727927" y="1139266"/>
          <a:ext cx="5116515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303">
                  <a:extLst>
                    <a:ext uri="{9D8B030D-6E8A-4147-A177-3AD203B41FA5}">
                      <a16:colId xmlns:a16="http://schemas.microsoft.com/office/drawing/2014/main" val="569961773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540725379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1492315250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2572222257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659138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SHAPE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VALIDITY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533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41.01250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15.07377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40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LN2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3.64555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0.38168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47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LN3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-38.42094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4.35814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0.18346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8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5.48224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7.48097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899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-8.25977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4.41446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11.16156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83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4.78132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-0.13132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8.64909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8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GEV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35.13399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13.31113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0.16335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GUM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33.99565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12.77870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684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LGU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59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WBU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12.52434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32.09512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2.02726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17.70000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41.79303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0.74498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6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39.64777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8.16514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-0.11497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32806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/>
              <a:t>Parameter Estimation : MAXIMUM LIKEIHOOD METHOD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61" y="1139266"/>
            <a:ext cx="2446334" cy="243191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814" y="1139266"/>
            <a:ext cx="2446334" cy="243191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461" y="3654327"/>
            <a:ext cx="2446334" cy="243191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2814" y="3654327"/>
            <a:ext cx="2446334" cy="2431916"/>
          </a:xfrm>
          <a:prstGeom prst="rect">
            <a:avLst/>
          </a:prstGeom>
        </p:spPr>
      </p:pic>
      <p:sp>
        <p:nvSpPr>
          <p:cNvPr id="10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2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60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Frequency Analysis</a:t>
            </a:r>
            <a:endParaRPr lang="ko-KR" altLang="en-US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761465"/>
              </p:ext>
            </p:extLst>
          </p:nvPr>
        </p:nvGraphicFramePr>
        <p:xfrm>
          <a:off x="1777692" y="1215177"/>
          <a:ext cx="5116515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303">
                  <a:extLst>
                    <a:ext uri="{9D8B030D-6E8A-4147-A177-3AD203B41FA5}">
                      <a16:colId xmlns:a16="http://schemas.microsoft.com/office/drawing/2014/main" val="569961773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540725379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1492315250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2572222257"/>
                    </a:ext>
                  </a:extLst>
                </a:gridCol>
                <a:gridCol w="1023303">
                  <a:extLst>
                    <a:ext uri="{9D8B030D-6E8A-4147-A177-3AD203B41FA5}">
                      <a16:colId xmlns:a16="http://schemas.microsoft.com/office/drawing/2014/main" val="659138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SHAPE</a:t>
                      </a:r>
                      <a:r>
                        <a:rPr lang="en-US" altLang="ko-KR" sz="12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PAR.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VALIDITY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533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41.01250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15.22981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40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LN2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3.64329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0.37572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47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LN3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-27.51259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4.20230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0.22317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8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5.86103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6.99750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899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-5.45595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5.13114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9.05617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83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2.29430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0.11823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11.42948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8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GEV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34.43522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13.46054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0.09744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GUM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33.85713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12.39636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684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LGU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59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WBU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11.15900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33.69707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2.04211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18.60797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36.01421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0.60745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6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39.48345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8.42612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-0.10882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32806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/>
              <a:t>Parameter Estimation : METHOD OF L-MOMENTS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995" y="1091616"/>
            <a:ext cx="2448547" cy="243411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330" y="1091615"/>
            <a:ext cx="2448547" cy="243411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212" y="3687397"/>
            <a:ext cx="2449497" cy="243506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330" y="3668817"/>
            <a:ext cx="2449497" cy="2435060"/>
          </a:xfrm>
          <a:prstGeom prst="rect">
            <a:avLst/>
          </a:prstGeom>
        </p:spPr>
      </p:pic>
      <p:sp>
        <p:nvSpPr>
          <p:cNvPr id="9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50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Frequency Analysis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METHOD OF MOMENTS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MAXIMUM LIKEIHOOD METHOD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METHOD OF L-MOMENTS</a:t>
            </a:r>
            <a:endParaRPr lang="ko-KR" altLang="en-US"/>
          </a:p>
          <a:p>
            <a:endParaRPr lang="ko-KR" altLang="en-US"/>
          </a:p>
          <a:p>
            <a:endParaRPr lang="ko-KR" altLang="en-US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/>
              <a:t>Goodness-of-fit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6" y="1459951"/>
            <a:ext cx="5611690" cy="14518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3190650"/>
            <a:ext cx="5611691" cy="14472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525" y="4988171"/>
            <a:ext cx="5611691" cy="1447297"/>
          </a:xfrm>
          <a:prstGeom prst="rect">
            <a:avLst/>
          </a:prstGeom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8106874" y="3698364"/>
            <a:ext cx="3352067" cy="319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NOR, LN2, GAM, GUM </a:t>
            </a:r>
            <a:r>
              <a:rPr lang="ko-KR" altLang="en-US"/>
              <a:t>선정</a:t>
            </a:r>
          </a:p>
        </p:txBody>
      </p:sp>
      <p:sp>
        <p:nvSpPr>
          <p:cNvPr id="9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18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Frequency Analysis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Method of L-moments : Normal distribution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/>
              <a:t>Result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631845"/>
            <a:ext cx="6279687" cy="3801546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576649"/>
              </p:ext>
            </p:extLst>
          </p:nvPr>
        </p:nvGraphicFramePr>
        <p:xfrm>
          <a:off x="1789243" y="5592292"/>
          <a:ext cx="1020992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349">
                  <a:extLst>
                    <a:ext uri="{9D8B030D-6E8A-4147-A177-3AD203B41FA5}">
                      <a16:colId xmlns:a16="http://schemas.microsoft.com/office/drawing/2014/main" val="3130641637"/>
                    </a:ext>
                  </a:extLst>
                </a:gridCol>
                <a:gridCol w="585819">
                  <a:extLst>
                    <a:ext uri="{9D8B030D-6E8A-4147-A177-3AD203B41FA5}">
                      <a16:colId xmlns:a16="http://schemas.microsoft.com/office/drawing/2014/main" val="1258754699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4058772477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1986123868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3007399503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18182756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1119772346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3503851408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3008177013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1960958859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1310814149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758736628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107872691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3810328388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44136510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2009889289"/>
                    </a:ext>
                  </a:extLst>
                </a:gridCol>
                <a:gridCol w="600584">
                  <a:extLst>
                    <a:ext uri="{9D8B030D-6E8A-4147-A177-3AD203B41FA5}">
                      <a16:colId xmlns:a16="http://schemas.microsoft.com/office/drawing/2014/main" val="3754620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31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61.3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47.6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34.5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28.2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23.5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21.5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13.1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</a:t>
                      </a:r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4376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054670"/>
              </p:ext>
            </p:extLst>
          </p:nvPr>
        </p:nvGraphicFramePr>
        <p:xfrm>
          <a:off x="8320157" y="1631845"/>
          <a:ext cx="3719442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814">
                  <a:extLst>
                    <a:ext uri="{9D8B030D-6E8A-4147-A177-3AD203B41FA5}">
                      <a16:colId xmlns:a16="http://schemas.microsoft.com/office/drawing/2014/main" val="1642879122"/>
                    </a:ext>
                  </a:extLst>
                </a:gridCol>
                <a:gridCol w="1239814">
                  <a:extLst>
                    <a:ext uri="{9D8B030D-6E8A-4147-A177-3AD203B41FA5}">
                      <a16:colId xmlns:a16="http://schemas.microsoft.com/office/drawing/2014/main" val="1163166507"/>
                    </a:ext>
                  </a:extLst>
                </a:gridCol>
                <a:gridCol w="1239814">
                  <a:extLst>
                    <a:ext uri="{9D8B030D-6E8A-4147-A177-3AD203B41FA5}">
                      <a16:colId xmlns:a16="http://schemas.microsoft.com/office/drawing/2014/main" val="3705876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Mimimum</a:t>
                      </a:r>
                      <a:r>
                        <a:rPr lang="en-US" altLang="ko-KR" sz="16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46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33.4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year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75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22.1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year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86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25.2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year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89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year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36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year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07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year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409901"/>
                  </a:ext>
                </a:extLst>
              </a:tr>
            </a:tbl>
          </a:graphicData>
        </a:graphic>
      </p:graphicFrame>
      <p:sp>
        <p:nvSpPr>
          <p:cNvPr id="9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3"/>
          <p:cNvSpPr txBox="1">
            <a:spLocks/>
          </p:cNvSpPr>
          <p:nvPr/>
        </p:nvSpPr>
        <p:spPr>
          <a:xfrm>
            <a:off x="0" y="3136326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19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유입량의 </a:t>
            </a:r>
            <a:r>
              <a:rPr lang="en-US" altLang="ko-KR" dirty="0"/>
              <a:t>Uncertainty</a:t>
            </a:r>
            <a:r>
              <a:rPr lang="ko-KR" altLang="en-US" dirty="0"/>
              <a:t>를 반영할 수 있는 </a:t>
            </a:r>
            <a:r>
              <a:rPr lang="en-US" altLang="ko-KR" dirty="0"/>
              <a:t>SDP(Stochastic Dynamic Programming) </a:t>
            </a:r>
            <a:r>
              <a:rPr lang="ko-KR" altLang="en-US" dirty="0"/>
              <a:t>선정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sz="2000" dirty="0"/>
              <a:t>Objective function </a:t>
            </a:r>
          </a:p>
          <a:p>
            <a:pPr marL="0" indent="0">
              <a:buNone/>
            </a:pPr>
            <a:r>
              <a:rPr lang="en-US" altLang="ko-KR"/>
              <a:t>sum </a:t>
            </a:r>
            <a:r>
              <a:rPr lang="en-US" altLang="ko-KR" dirty="0"/>
              <a:t>of deviation of storage </a:t>
            </a:r>
            <a:r>
              <a:rPr lang="en-US" altLang="ko-KR"/>
              <a:t>and demand </a:t>
            </a:r>
          </a:p>
          <a:p>
            <a:pPr marL="0" indent="0">
              <a:buNone/>
            </a:pPr>
            <a:r>
              <a:rPr lang="en-US" altLang="ko-KR"/>
              <a:t>FSD </a:t>
            </a:r>
            <a:r>
              <a:rPr lang="en-US" altLang="ko-KR" dirty="0"/>
              <a:t>= Minimize[(Target storage – storage)^2 + (Demand – Release)^2]</a:t>
            </a:r>
          </a:p>
          <a:p>
            <a:pPr marL="0" indent="0">
              <a:buNone/>
            </a:pPr>
            <a:r>
              <a:rPr lang="en-US" altLang="ko-KR" dirty="0"/>
              <a:t>Target storage = </a:t>
            </a:r>
            <a:r>
              <a:rPr lang="ko-KR" altLang="en-US" dirty="0"/>
              <a:t>각 월의 용수공급기준의 평균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Target demand = </a:t>
            </a:r>
            <a:r>
              <a:rPr lang="ko-KR" altLang="en-US" dirty="0"/>
              <a:t>각 월의 공급 </a:t>
            </a:r>
            <a:r>
              <a:rPr lang="ko-KR" altLang="en-US" dirty="0" err="1"/>
              <a:t>계약량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10 intervals of storage and inflow</a:t>
            </a:r>
          </a:p>
          <a:p>
            <a:r>
              <a:rPr lang="en-US" altLang="ko-KR" dirty="0"/>
              <a:t>Storage interval = 0~10, 10~20, 20~30, 30~40, 40~50, 50~60, 60~70, 70~80, 80~90, 90~100 (MCM)</a:t>
            </a:r>
          </a:p>
          <a:p>
            <a:r>
              <a:rPr lang="en-US" altLang="ko-KR" dirty="0"/>
              <a:t>Inflow interval(cumulative) = 0~10%, 10~20%, 20~30%, 30~40%, 40~50%, 50~60%, 60~70%, 70~80%, 80~90%, 90~100%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최적화 모델의 종류 선정과 문제설정</a:t>
            </a:r>
          </a:p>
        </p:txBody>
      </p:sp>
      <p:sp>
        <p:nvSpPr>
          <p:cNvPr id="5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7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92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00225" y="1181100"/>
            <a:ext cx="10239374" cy="5457825"/>
          </a:xfrm>
        </p:spPr>
        <p:txBody>
          <a:bodyPr>
            <a:normAutofit/>
          </a:bodyPr>
          <a:lstStyle/>
          <a:p>
            <a:r>
              <a:rPr lang="en-US" altLang="ko-KR" sz="1500"/>
              <a:t>NDIC-FAT</a:t>
            </a:r>
            <a:r>
              <a:rPr lang="ko-KR" altLang="en-US" sz="1500"/>
              <a:t>를 사용하여 각 시즌별로 확률을 주기위해 정상성을 확인한 </a:t>
            </a:r>
            <a:r>
              <a:rPr lang="en-US" altLang="ko-KR" sz="1500"/>
              <a:t>1998~2013</a:t>
            </a:r>
            <a:r>
              <a:rPr lang="ko-KR" altLang="en-US" sz="1500"/>
              <a:t>년도의 유입량을 분포에 피팅시켜 파라미터 계산</a:t>
            </a:r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r>
              <a:rPr lang="en-US" altLang="ko-KR" sz="2000"/>
              <a:t>GEV distribution </a:t>
            </a:r>
            <a:r>
              <a:rPr lang="ko-KR" altLang="en-US" sz="2000"/>
              <a:t>선정</a:t>
            </a:r>
            <a:endParaRPr lang="en-US" altLang="ko-KR" sz="200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1935356"/>
            <a:ext cx="4136532" cy="10090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4" y="3360094"/>
            <a:ext cx="4136533" cy="1009073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1800225" y="1628385"/>
            <a:ext cx="4925890" cy="5311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r>
              <a:rPr lang="en-US" altLang="ko-KR"/>
              <a:t>2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3</a:t>
            </a:r>
            <a:r>
              <a:rPr lang="ko-KR" altLang="en-US"/>
              <a:t>월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6726115" y="1628384"/>
            <a:ext cx="4925890" cy="5311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4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r>
              <a:rPr lang="en-US" altLang="ko-KR"/>
              <a:t>5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6</a:t>
            </a:r>
            <a:r>
              <a:rPr lang="ko-KR" altLang="en-US"/>
              <a:t>월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524" y="4784832"/>
            <a:ext cx="4136533" cy="100907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415" y="1965054"/>
            <a:ext cx="4018086" cy="98017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414" y="3360094"/>
            <a:ext cx="4018087" cy="98017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0414" y="4784832"/>
            <a:ext cx="4018087" cy="980180"/>
          </a:xfrm>
          <a:prstGeom prst="rect">
            <a:avLst/>
          </a:prstGeom>
        </p:spPr>
      </p:pic>
      <p:sp>
        <p:nvSpPr>
          <p:cNvPr id="14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5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6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36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00225" y="1181100"/>
            <a:ext cx="10239374" cy="5419725"/>
          </a:xfrm>
        </p:spPr>
        <p:txBody>
          <a:bodyPr>
            <a:normAutofit/>
          </a:bodyPr>
          <a:lstStyle/>
          <a:p>
            <a:r>
              <a:rPr lang="en-US" altLang="ko-KR" sz="1500"/>
              <a:t>NDIC-FAT</a:t>
            </a:r>
            <a:r>
              <a:rPr lang="ko-KR" altLang="en-US" sz="1500"/>
              <a:t>를 사용하여 각 시즌별로 확률을 주기위해 정상성을 확인한 </a:t>
            </a:r>
            <a:r>
              <a:rPr lang="en-US" altLang="ko-KR" sz="1500"/>
              <a:t>1998~2013</a:t>
            </a:r>
            <a:r>
              <a:rPr lang="ko-KR" altLang="en-US" sz="1500"/>
              <a:t>년도의 유입량을 분포에 피팅시켜 파라미터 계산</a:t>
            </a:r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r>
              <a:rPr lang="en-US" altLang="ko-KR" sz="2000"/>
              <a:t>GEV</a:t>
            </a:r>
            <a:r>
              <a:rPr lang="ko-KR" altLang="en-US" sz="2000"/>
              <a:t> </a:t>
            </a:r>
            <a:r>
              <a:rPr lang="en-US" altLang="ko-KR" sz="2000"/>
              <a:t>distribution </a:t>
            </a:r>
            <a:r>
              <a:rPr lang="ko-KR" altLang="en-US" sz="2000"/>
              <a:t>선정</a:t>
            </a:r>
            <a:endParaRPr lang="en-US" altLang="ko-KR" sz="200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800225" y="1628385"/>
            <a:ext cx="4925890" cy="5311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7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r>
              <a:rPr lang="en-US" altLang="ko-KR"/>
              <a:t>8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9</a:t>
            </a:r>
            <a:r>
              <a:rPr lang="ko-KR" altLang="en-US"/>
              <a:t>월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6726115" y="1628384"/>
            <a:ext cx="4925890" cy="5311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10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/>
          </a:p>
          <a:p>
            <a:r>
              <a:rPr lang="en-US" altLang="ko-KR"/>
              <a:t>11</a:t>
            </a:r>
            <a:r>
              <a:rPr lang="ko-KR" altLang="en-US"/>
              <a:t>월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12</a:t>
            </a:r>
            <a:r>
              <a:rPr lang="ko-KR" altLang="en-US"/>
              <a:t>월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3327642"/>
            <a:ext cx="4136532" cy="100907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6" y="1961111"/>
            <a:ext cx="4136532" cy="100907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526" y="4694173"/>
            <a:ext cx="4136532" cy="100907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415" y="1961111"/>
            <a:ext cx="4136533" cy="100907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415" y="3327642"/>
            <a:ext cx="4136532" cy="1009073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0415" y="4694173"/>
            <a:ext cx="4136532" cy="1009073"/>
          </a:xfrm>
          <a:prstGeom prst="rect">
            <a:avLst/>
          </a:prstGeom>
        </p:spPr>
      </p:pic>
      <p:sp>
        <p:nvSpPr>
          <p:cNvPr id="13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20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21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20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Transition probability matrix</a:t>
            </a:r>
          </a:p>
          <a:p>
            <a:r>
              <a:rPr lang="ko-KR" altLang="en-US" dirty="0"/>
              <a:t>전이 확률 행렬의 경우 </a:t>
            </a:r>
            <a:r>
              <a:rPr lang="ko-KR" altLang="en-US" dirty="0" err="1"/>
              <a:t>어떤식으로</a:t>
            </a:r>
            <a:r>
              <a:rPr lang="ko-KR" altLang="en-US" dirty="0"/>
              <a:t> 산정하는지 확실치 않아 </a:t>
            </a:r>
            <a:r>
              <a:rPr lang="ko-KR" altLang="en-US" b="1" dirty="0"/>
              <a:t>난수 발생</a:t>
            </a:r>
            <a:r>
              <a:rPr lang="ko-KR" altLang="en-US" dirty="0"/>
              <a:t>을 통해 행렬 생성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A07055-76DC-4CF4-B906-E258DBE4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955" y="1951997"/>
            <a:ext cx="8261734" cy="4773446"/>
          </a:xfrm>
          <a:prstGeom prst="rect">
            <a:avLst/>
          </a:prstGeom>
        </p:spPr>
      </p:pic>
      <p:sp>
        <p:nvSpPr>
          <p:cNvPr id="6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7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8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32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FSD </a:t>
            </a:r>
            <a:r>
              <a:rPr lang="en-US" altLang="ko-KR" dirty="0" err="1"/>
              <a:t>dataframe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7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8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54E227B-18D7-4CDE-81E7-E160814C6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23" y="1665382"/>
            <a:ext cx="5012363" cy="442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65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Stochastic dynamic programming with backward recursive equation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D3E250-C60D-4695-975D-921788319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4" y="1817686"/>
            <a:ext cx="7267575" cy="4038600"/>
          </a:xfrm>
          <a:prstGeom prst="rect">
            <a:avLst/>
          </a:prstGeom>
        </p:spPr>
      </p:pic>
      <p:sp>
        <p:nvSpPr>
          <p:cNvPr id="6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8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9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707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Stochastic dynamic programming with backward recursive equation (Continue)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BEEAF5-24BD-43C0-9E25-75C458968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46" y="1539080"/>
            <a:ext cx="6464122" cy="515010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96889A1-CBD5-47D5-B735-365C8F3CBE28}"/>
              </a:ext>
            </a:extLst>
          </p:cNvPr>
          <p:cNvSpPr/>
          <p:nvPr/>
        </p:nvSpPr>
        <p:spPr>
          <a:xfrm>
            <a:off x="4128117" y="5539666"/>
            <a:ext cx="5903650" cy="7023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8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9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389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Stochastic dynamic programming with backward recursive equation (Continue)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8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9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E6C435-0E58-41A5-B332-A2E809543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678" y="1806809"/>
            <a:ext cx="3688950" cy="413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7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Running with observed inflows and initial storage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모델 알고리즘 구축과정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549C56-C205-4961-9B73-C26E72F39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96" y="1606148"/>
            <a:ext cx="4297064" cy="46359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6CA3B5-A153-4CDE-9950-0B65A0903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8" y="1606148"/>
            <a:ext cx="5228579" cy="3831286"/>
          </a:xfrm>
          <a:prstGeom prst="rect">
            <a:avLst/>
          </a:prstGeom>
        </p:spPr>
      </p:pic>
      <p:sp>
        <p:nvSpPr>
          <p:cNvPr id="7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9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46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00225" y="1143000"/>
            <a:ext cx="10239374" cy="5349873"/>
          </a:xfrm>
        </p:spPr>
        <p:txBody>
          <a:bodyPr/>
          <a:lstStyle/>
          <a:p>
            <a:r>
              <a:rPr lang="en-US" altLang="ko-KR"/>
              <a:t>2014</a:t>
            </a:r>
            <a:r>
              <a:rPr lang="ko-KR" altLang="en-US"/>
              <a:t>년 </a:t>
            </a:r>
            <a:r>
              <a:rPr lang="en-US" altLang="ko-KR"/>
              <a:t>9</a:t>
            </a:r>
            <a:r>
              <a:rPr lang="ko-KR" altLang="en-US"/>
              <a:t>월 </a:t>
            </a:r>
            <a:r>
              <a:rPr lang="en-US" altLang="ko-KR"/>
              <a:t>1</a:t>
            </a:r>
            <a:r>
              <a:rPr lang="ko-KR" altLang="en-US"/>
              <a:t>일부터 </a:t>
            </a:r>
            <a:r>
              <a:rPr lang="en-US" altLang="ko-KR"/>
              <a:t>2019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 </a:t>
            </a:r>
            <a:r>
              <a:rPr lang="en-US" altLang="ko-KR"/>
              <a:t>30</a:t>
            </a:r>
            <a:r>
              <a:rPr lang="ko-KR" altLang="en-US"/>
              <a:t>일까지의 일별 저수지 모의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실제 운영 실적과 비교하여 최적 운영룰이 어떤 측면에서 얼마나 개선된 결과를 보였는가</a:t>
            </a:r>
            <a:r>
              <a:rPr lang="en-US" altLang="ko-KR"/>
              <a:t>?</a:t>
            </a:r>
            <a:endParaRPr lang="ko-KR" altLang="en-US"/>
          </a:p>
          <a:p>
            <a:pPr marL="0" indent="0">
              <a:buNone/>
            </a:pPr>
            <a:endParaRPr lang="ko-KR" altLang="en-US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/>
              <a:t>Result</a:t>
            </a:r>
            <a:endParaRPr lang="ko-KR" altLang="en-US"/>
          </a:p>
        </p:txBody>
      </p:sp>
      <p:graphicFrame>
        <p:nvGraphicFramePr>
          <p:cNvPr id="6" name="차트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568548"/>
              </p:ext>
            </p:extLst>
          </p:nvPr>
        </p:nvGraphicFramePr>
        <p:xfrm>
          <a:off x="1735891" y="1500980"/>
          <a:ext cx="10204386" cy="2567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차트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4955071"/>
              </p:ext>
            </p:extLst>
          </p:nvPr>
        </p:nvGraphicFramePr>
        <p:xfrm>
          <a:off x="1914525" y="4624754"/>
          <a:ext cx="4923559" cy="2233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588740"/>
              </p:ext>
            </p:extLst>
          </p:nvPr>
        </p:nvGraphicFramePr>
        <p:xfrm>
          <a:off x="7008507" y="4624754"/>
          <a:ext cx="4628284" cy="2233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9CACB09-4C48-4BA8-A656-B3ECC12E9432}"/>
              </a:ext>
            </a:extLst>
          </p:cNvPr>
          <p:cNvSpPr/>
          <p:nvPr/>
        </p:nvSpPr>
        <p:spPr>
          <a:xfrm>
            <a:off x="8211845" y="6294267"/>
            <a:ext cx="230819" cy="2308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5397D4F-4049-46DD-8901-FB1A75C69A2B}"/>
              </a:ext>
            </a:extLst>
          </p:cNvPr>
          <p:cNvSpPr/>
          <p:nvPr/>
        </p:nvSpPr>
        <p:spPr>
          <a:xfrm>
            <a:off x="8870272" y="6294267"/>
            <a:ext cx="230819" cy="2308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DD41CDE-78CD-4E11-AAF2-23E2302F47E8}"/>
              </a:ext>
            </a:extLst>
          </p:cNvPr>
          <p:cNvSpPr/>
          <p:nvPr/>
        </p:nvSpPr>
        <p:spPr>
          <a:xfrm>
            <a:off x="9207239" y="6294266"/>
            <a:ext cx="230819" cy="2308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F719F39-F710-494F-BCD6-00BF0421F287}"/>
              </a:ext>
            </a:extLst>
          </p:cNvPr>
          <p:cNvSpPr/>
          <p:nvPr/>
        </p:nvSpPr>
        <p:spPr>
          <a:xfrm>
            <a:off x="9536215" y="6294265"/>
            <a:ext cx="230819" cy="2308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40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Optimization Modeling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00225" y="1143000"/>
            <a:ext cx="10239374" cy="5349873"/>
          </a:xfrm>
        </p:spPr>
        <p:txBody>
          <a:bodyPr/>
          <a:lstStyle/>
          <a:p>
            <a:r>
              <a:rPr lang="en-US" altLang="ko-KR" dirty="0"/>
              <a:t>Development of transition probability matrix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실제 관측치를 구간별로 나누어서 </a:t>
            </a:r>
            <a:r>
              <a:rPr lang="en-US" altLang="ko-KR" dirty="0"/>
              <a:t>correlation test </a:t>
            </a:r>
            <a:r>
              <a:rPr lang="ko-KR" altLang="en-US" dirty="0"/>
              <a:t>진행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목적함수 재설정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유입량과 저수량을 사용한 실제 상황을 더 반영할 수 있는 목적함수 설정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저수량 구간별 크기와 유입량 구간별 크기가 많이 차이 남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Interval</a:t>
            </a:r>
            <a:r>
              <a:rPr lang="ko-KR" altLang="en-US" dirty="0"/>
              <a:t>의 세분화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유입량에 비해 저수량의 </a:t>
            </a:r>
            <a:r>
              <a:rPr lang="en-US" altLang="ko-KR" dirty="0"/>
              <a:t>interval </a:t>
            </a:r>
            <a:r>
              <a:rPr lang="ko-KR" altLang="en-US" dirty="0"/>
              <a:t>단위가 너무 커서 </a:t>
            </a:r>
            <a:r>
              <a:rPr lang="en-US" altLang="ko-KR" dirty="0"/>
              <a:t>demand</a:t>
            </a:r>
            <a:r>
              <a:rPr lang="ko-KR" altLang="en-US" dirty="0"/>
              <a:t>에 비해 너무 큰 </a:t>
            </a:r>
            <a:r>
              <a:rPr lang="ko-KR" altLang="en-US" dirty="0" err="1"/>
              <a:t>방류량이</a:t>
            </a:r>
            <a:r>
              <a:rPr lang="ko-KR" altLang="en-US" dirty="0"/>
              <a:t> 계산됨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저수량을 더욱 잘게 분할하여 더 세밀한 </a:t>
            </a:r>
            <a:r>
              <a:rPr lang="en-US" altLang="ko-KR" dirty="0"/>
              <a:t>stochastic dynamic programming</a:t>
            </a:r>
            <a:r>
              <a:rPr lang="ko-KR" altLang="en-US" dirty="0"/>
              <a:t>이 가능 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Discussion – Future study</a:t>
            </a:r>
            <a:endParaRPr lang="ko-KR" altLang="en-US" dirty="0"/>
          </a:p>
        </p:txBody>
      </p:sp>
      <p:sp>
        <p:nvSpPr>
          <p:cNvPr id="9" name="텍스트 개체 틀 2"/>
          <p:cNvSpPr txBox="1">
            <a:spLocks/>
          </p:cNvSpPr>
          <p:nvPr/>
        </p:nvSpPr>
        <p:spPr>
          <a:xfrm>
            <a:off x="0" y="2398260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1. Preliminary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0" name="텍스트 개체 틀 3"/>
          <p:cNvSpPr txBox="1">
            <a:spLocks/>
          </p:cNvSpPr>
          <p:nvPr/>
        </p:nvSpPr>
        <p:spPr>
          <a:xfrm>
            <a:off x="-1" y="3136326"/>
            <a:ext cx="1596415" cy="584498"/>
          </a:xfrm>
          <a:prstGeom prst="rect">
            <a:avLst/>
          </a:prstGeom>
          <a:solidFill>
            <a:srgbClr val="003C7C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2. Frequency Analysis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-1" y="3875475"/>
            <a:ext cx="1596415" cy="584498"/>
          </a:xfrm>
          <a:prstGeom prst="rect">
            <a:avLst/>
          </a:prstGeom>
          <a:solidFill>
            <a:srgbClr val="000066"/>
          </a:solidFill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KoPub돋움체 Mediu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</a:rPr>
              <a:t>3. Optimization Modeling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930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다년가뭄 대응을 위한 보령댐의 운영 최적화 연구 사례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저수량의 구간을 </a:t>
            </a:r>
            <a:r>
              <a:rPr lang="en-US" altLang="ko-KR" smtClean="0"/>
              <a:t>10</a:t>
            </a:r>
            <a:r>
              <a:rPr lang="ko-KR" altLang="en-US" smtClean="0"/>
              <a:t>구간에서 </a:t>
            </a:r>
            <a:r>
              <a:rPr lang="en-US" altLang="ko-KR" b="1" smtClean="0"/>
              <a:t>50</a:t>
            </a:r>
            <a:r>
              <a:rPr lang="ko-KR" altLang="en-US" b="1" smtClean="0"/>
              <a:t>구간</a:t>
            </a:r>
            <a:r>
              <a:rPr lang="ko-KR" altLang="en-US" smtClean="0"/>
              <a:t>으로 세분화</a:t>
            </a:r>
            <a:endParaRPr lang="en-US" altLang="ko-KR" smtClean="0"/>
          </a:p>
          <a:p>
            <a:r>
              <a:rPr lang="ko-KR" altLang="en-US" b="1" smtClean="0"/>
              <a:t>전이행렬</a:t>
            </a:r>
            <a:r>
              <a:rPr lang="ko-KR" altLang="en-US" smtClean="0"/>
              <a:t>을 월평균 값을 이용하여 정확하게 계산</a:t>
            </a:r>
            <a:endParaRPr lang="en-US" altLang="ko-KR" smtClean="0"/>
          </a:p>
          <a:p>
            <a:r>
              <a:rPr lang="ko-KR" altLang="en-US" b="1" smtClean="0"/>
              <a:t>유입량에 대한 빈도분석 추가</a:t>
            </a:r>
            <a:r>
              <a:rPr lang="ko-KR" altLang="en-US" smtClean="0"/>
              <a:t>로 진행하여 결과로 도출</a:t>
            </a:r>
            <a:endParaRPr lang="en-US" altLang="ko-KR" smtClean="0"/>
          </a:p>
          <a:p>
            <a:r>
              <a:rPr lang="ko-KR" altLang="en-US" smtClean="0"/>
              <a:t>목적함수 수정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mtClean="0"/>
              <a:t>보고서 작성시 보완한 점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8835083"/>
                  </p:ext>
                </p:extLst>
              </p:nvPr>
            </p:nvGraphicFramePr>
            <p:xfrm>
              <a:off x="2398675" y="2637691"/>
              <a:ext cx="9042474" cy="2844154"/>
            </p:xfrm>
            <a:graphic>
              <a:graphicData uri="http://schemas.openxmlformats.org/drawingml/2006/table">
                <a:tbl>
                  <a:tblPr firstRow="1" firstCol="1" bandRow="1">
                    <a:tableStyleId>{073A0DAA-6AF3-43AB-8588-CEC1D06C72B9}</a:tableStyleId>
                  </a:tblPr>
                  <a:tblGrid>
                    <a:gridCol w="931669">
                      <a:extLst>
                        <a:ext uri="{9D8B030D-6E8A-4147-A177-3AD203B41FA5}">
                          <a16:colId xmlns:a16="http://schemas.microsoft.com/office/drawing/2014/main" val="826371855"/>
                        </a:ext>
                      </a:extLst>
                    </a:gridCol>
                    <a:gridCol w="8110805">
                      <a:extLst>
                        <a:ext uri="{9D8B030D-6E8A-4147-A177-3AD203B41FA5}">
                          <a16:colId xmlns:a16="http://schemas.microsoft.com/office/drawing/2014/main" val="425781488"/>
                        </a:ext>
                      </a:extLst>
                    </a:gridCol>
                  </a:tblGrid>
                  <a:tr h="206634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ko-KR" altLang="en-US" sz="1100" kern="100" smtClean="0">
                              <a:effectLst/>
                            </a:rPr>
                            <a:t>지배방정식</a:t>
                          </a:r>
                          <a:r>
                            <a:rPr lang="en-US" sz="1100" kern="100">
                              <a:effectLst/>
                            </a:rPr>
                            <a:t> </a:t>
                          </a:r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𝑡</m:t>
                                    </m:r>
                                    <m:r>
                                      <a:rPr lang="en-US" sz="1100" kern="100">
                                        <a:effectLst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kern="100">
                                    <a:effectLst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kern="100">
                                    <a:effectLst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kern="100">
                                    <a:effectLst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68299284"/>
                      </a:ext>
                    </a:extLst>
                  </a:tr>
                  <a:tr h="989646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kern="100">
                              <a:effectLst/>
                            </a:rPr>
                            <a:t> </a:t>
                          </a:r>
                          <a:r>
                            <a:rPr lang="ko-KR" altLang="en-US" sz="1100" kern="100" smtClean="0">
                              <a:effectLst/>
                            </a:rPr>
                            <a:t>저수량이 타겟저수량보다 많을때</a:t>
                          </a:r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kern="100">
                                    <a:effectLst/>
                                  </a:rPr>
                                  <m:t>𝐹𝑆𝐷</m:t>
                                </m:r>
                                <m:r>
                                  <a:rPr lang="en-US" sz="1100" kern="100">
                                    <a:effectLst/>
                                  </a:rPr>
                                  <m:t>=</m:t>
                                </m:r>
                                <m:r>
                                  <a:rPr lang="en-US" sz="1100" kern="100">
                                    <a:effectLst/>
                                  </a:rPr>
                                  <m:t>𝑚𝑖𝑛𝑖𝑚𝑖𝑧𝑒</m:t>
                                </m:r>
                                <m:d>
                                  <m:d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ko-KR" sz="1100" kern="100"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100" kern="100">
                                            <a:effectLst/>
                                          </a:rPr>
                                          <m:t>0.1∗ </m:t>
                                        </m:r>
                                        <m:sSup>
                                          <m:sSupPr>
                                            <m:ctrlPr>
                                              <a:rPr lang="ko-KR" sz="1100" kern="100">
                                                <a:effectLst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100" kern="100">
                                                    <a:effectLst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ko-KR" sz="1100" kern="100">
                                                        <a:effectLst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𝑇𝑆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  <m:r>
                                                      <a:rPr lang="en-US" sz="1100" kern="100">
                                                        <a:effectLst/>
                                                      </a:rPr>
                                                      <m:t>−</m:t>
                                                    </m:r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𝑆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num>
                                                  <m:den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𝑇𝑆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100" kern="100">
                                                <a:effectLst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1100" kern="100">
                                        <a:effectLst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ko-KR" sz="1100" kern="100"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ko-KR" sz="1100" kern="100">
                                                <a:effectLst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100" kern="100">
                                                    <a:effectLst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ko-KR" sz="1100" kern="100">
                                                        <a:effectLst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𝑇𝐷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  <m:r>
                                                      <a:rPr lang="en-US" sz="1100" kern="100">
                                                        <a:effectLst/>
                                                      </a:rPr>
                                                      <m:t>−</m:t>
                                                    </m:r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𝑄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num>
                                                  <m:den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𝑇𝐷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100" kern="100">
                                                <a:effectLst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ko-KR" sz="1000" kern="100">
                            <a:effectLst/>
                          </a:endParaRPr>
                        </a:p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100" kern="100">
                                    <a:effectLst/>
                                  </a:rPr>
                                  <m:t>when</m:t>
                                </m:r>
                                <m:r>
                                  <a:rPr lang="en-US" sz="1100" kern="100">
                                    <a:effectLst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𝑇𝑆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sz="1100" kern="100">
                                    <a:effectLst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1580585"/>
                      </a:ext>
                    </a:extLst>
                  </a:tr>
                  <a:tr h="989646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ko-KR" altLang="en-US" sz="1100" kern="100" smtClean="0">
                              <a:effectLst/>
                            </a:rPr>
                            <a:t>저수량이 타켓 저수량보다 적을때</a:t>
                          </a:r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kern="100">
                                    <a:effectLst/>
                                  </a:rPr>
                                  <m:t>𝐹𝑆𝐷</m:t>
                                </m:r>
                                <m:r>
                                  <a:rPr lang="en-US" sz="1100" kern="100">
                                    <a:effectLst/>
                                  </a:rPr>
                                  <m:t>=</m:t>
                                </m:r>
                                <m:r>
                                  <a:rPr lang="en-US" sz="1100" kern="100">
                                    <a:effectLst/>
                                  </a:rPr>
                                  <m:t>𝑚𝑖𝑛𝑖𝑚𝑖𝑧𝑒</m:t>
                                </m:r>
                                <m:d>
                                  <m:d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ko-KR" sz="1100" kern="100"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100" kern="100">
                                            <a:effectLst/>
                                          </a:rPr>
                                          <m:t>0.9∗ </m:t>
                                        </m:r>
                                        <m:sSup>
                                          <m:sSupPr>
                                            <m:ctrlPr>
                                              <a:rPr lang="ko-KR" sz="1100" kern="100">
                                                <a:effectLst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100" kern="100">
                                                    <a:effectLst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ko-KR" sz="1100" kern="100">
                                                        <a:effectLst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𝑇𝑆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  <m:r>
                                                      <a:rPr lang="en-US" sz="1100" kern="100">
                                                        <a:effectLst/>
                                                      </a:rPr>
                                                      <m:t>−</m:t>
                                                    </m:r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𝑆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num>
                                                  <m:den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𝑇𝑆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100" kern="100">
                                                <a:effectLst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1100" kern="100">
                                        <a:effectLst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ko-KR" sz="1100" kern="100"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ko-KR" sz="1100" kern="100">
                                                <a:effectLst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100" kern="100">
                                                    <a:effectLst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ko-KR" sz="1100" kern="100">
                                                        <a:effectLst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𝑇𝐷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  <m:r>
                                                      <a:rPr lang="en-US" sz="1100" kern="100">
                                                        <a:effectLst/>
                                                      </a:rPr>
                                                      <m:t>−</m:t>
                                                    </m:r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𝑄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num>
                                                  <m:den>
                                                    <m:sSubSup>
                                                      <m:sSubSupPr>
                                                        <m:ctrlPr>
                                                          <a:rPr lang="ko-KR" sz="1100" kern="100">
                                                            <a:effectLst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𝑇𝐷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sz="1100" kern="100">
                                                            <a:effectLst/>
                                                          </a:rPr>
                                                          <m:t>𝑇</m:t>
                                                        </m:r>
                                                      </m:sup>
                                                    </m:sSubSup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100" kern="100">
                                                <a:effectLst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ko-KR" sz="1000" kern="100">
                            <a:effectLst/>
                          </a:endParaRPr>
                        </a:p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100" kern="100">
                                    <a:effectLst/>
                                  </a:rPr>
                                  <m:t>when</m:t>
                                </m:r>
                                <m:r>
                                  <a:rPr lang="en-US" sz="1100" kern="100">
                                    <a:effectLst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𝑇𝑆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sz="1100" kern="100">
                                    <a:effectLst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40950519"/>
                      </a:ext>
                    </a:extLst>
                  </a:tr>
                  <a:tr h="6582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kern="100" smtClean="0">
                                    <a:effectLst/>
                                  </a:rPr>
                                  <m:t>subject</m:t>
                                </m:r>
                                <m:r>
                                  <a:rPr lang="en-US" altLang="ko-KR" sz="1100" kern="100" smtClean="0">
                                    <a:effectLst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kern="100" smtClean="0">
                                    <a:effectLst/>
                                  </a:rPr>
                                  <m:t>to</m:t>
                                </m:r>
                              </m:oMath>
                            </m:oMathPara>
                          </a14:m>
                          <a:endParaRPr lang="ko-KR" altLang="ko-KR" sz="1000" kern="100">
                            <a:effectLst/>
                          </a:endParaRPr>
                        </a:p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kern="100">
                              <a:effectLst/>
                            </a:rPr>
                            <a:t> </a:t>
                          </a:r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kern="100">
                                    <a:effectLst/>
                                  </a:rPr>
                                  <m:t>0≤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sz="1100" kern="100">
                                    <a:effectLst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ko-KR" sz="1000" kern="100">
                            <a:effectLst/>
                          </a:endParaRPr>
                        </a:p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kern="100">
                                    <a:effectLst/>
                                  </a:rPr>
                                  <m:t>0≤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sz="1000" kern="100">
                            <a:effectLst/>
                          </a:endParaRPr>
                        </a:p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  <m:r>
                                      <a:rPr lang="en-US" sz="1100" kern="100">
                                        <a:effectLst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sz="1100" kern="100">
                                    <a:effectLst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sz="1100" kern="100">
                                    <a:effectLst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ko-KR" sz="11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kern="100">
                                        <a:effectLst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100" kern="100">
                                        <a:effectLst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100" kern="100">
                                        <a:effectLst/>
                                      </a:rPr>
                                      <m:t>𝑇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55881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8835083"/>
                  </p:ext>
                </p:extLst>
              </p:nvPr>
            </p:nvGraphicFramePr>
            <p:xfrm>
              <a:off x="2398675" y="2637691"/>
              <a:ext cx="9042474" cy="2844154"/>
            </p:xfrm>
            <a:graphic>
              <a:graphicData uri="http://schemas.openxmlformats.org/drawingml/2006/table">
                <a:tbl>
                  <a:tblPr firstRow="1" firstCol="1" bandRow="1">
                    <a:tableStyleId>{073A0DAA-6AF3-43AB-8588-CEC1D06C72B9}</a:tableStyleId>
                  </a:tblPr>
                  <a:tblGrid>
                    <a:gridCol w="931669">
                      <a:extLst>
                        <a:ext uri="{9D8B030D-6E8A-4147-A177-3AD203B41FA5}">
                          <a16:colId xmlns:a16="http://schemas.microsoft.com/office/drawing/2014/main" val="826371855"/>
                        </a:ext>
                      </a:extLst>
                    </a:gridCol>
                    <a:gridCol w="8110805">
                      <a:extLst>
                        <a:ext uri="{9D8B030D-6E8A-4147-A177-3AD203B41FA5}">
                          <a16:colId xmlns:a16="http://schemas.microsoft.com/office/drawing/2014/main" val="425781488"/>
                        </a:ext>
                      </a:extLst>
                    </a:gridCol>
                  </a:tblGrid>
                  <a:tr h="206634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ko-KR" altLang="en-US" sz="1100" kern="100" smtClean="0">
                              <a:effectLst/>
                            </a:rPr>
                            <a:t>지배방정식</a:t>
                          </a:r>
                          <a:r>
                            <a:rPr lang="en-US" sz="1100" kern="100">
                              <a:effectLst/>
                            </a:rPr>
                            <a:t> </a:t>
                          </a:r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570" t="-17647" r="-301" b="-12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8299284"/>
                      </a:ext>
                    </a:extLst>
                  </a:tr>
                  <a:tr h="989646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kern="100">
                              <a:effectLst/>
                            </a:rPr>
                            <a:t> </a:t>
                          </a:r>
                          <a:r>
                            <a:rPr lang="ko-KR" altLang="en-US" sz="1100" kern="100" smtClean="0">
                              <a:effectLst/>
                            </a:rPr>
                            <a:t>저수량이 타겟저수량보다 많을때</a:t>
                          </a:r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570" t="-24540" r="-301" b="-167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580585"/>
                      </a:ext>
                    </a:extLst>
                  </a:tr>
                  <a:tr h="989646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ko-KR" altLang="en-US" sz="1100" kern="100" smtClean="0">
                              <a:effectLst/>
                            </a:rPr>
                            <a:t>저수량이 타켓 저수량보다 적을때</a:t>
                          </a:r>
                          <a:endParaRPr lang="ko-KR" sz="1000" kern="100"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570" t="-124540" r="-301" b="-67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0950519"/>
                      </a:ext>
                    </a:extLst>
                  </a:tr>
                  <a:tr h="65822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54" t="-338889" r="-872549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570" t="-338889" r="-301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88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4161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다년가뭄 대응을 위한 보령댐의 운영 최적화 연구 사례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도출된 결과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보고서 작성시 보완한 점</a:t>
            </a:r>
          </a:p>
          <a:p>
            <a:endParaRPr lang="ko-KR" altLang="en-US"/>
          </a:p>
        </p:txBody>
      </p:sp>
      <p:graphicFrame>
        <p:nvGraphicFramePr>
          <p:cNvPr id="5" name="차트 4"/>
          <p:cNvGraphicFramePr/>
          <p:nvPr>
            <p:extLst>
              <p:ext uri="{D42A27DB-BD31-4B8C-83A1-F6EECF244321}">
                <p14:modId xmlns:p14="http://schemas.microsoft.com/office/powerpoint/2010/main" val="2299144235"/>
              </p:ext>
            </p:extLst>
          </p:nvPr>
        </p:nvGraphicFramePr>
        <p:xfrm>
          <a:off x="4113335" y="1603496"/>
          <a:ext cx="5143500" cy="2543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그림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144" y="4254805"/>
            <a:ext cx="8152302" cy="240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688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18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7103</TotalTime>
  <Words>1628</Words>
  <Application>Microsoft Office PowerPoint</Application>
  <PresentationFormat>와이드스크린</PresentationFormat>
  <Paragraphs>660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KoPub돋움체 Medium</vt:lpstr>
      <vt:lpstr>맑은 고딕</vt:lpstr>
      <vt:lpstr>Arial</vt:lpstr>
      <vt:lpstr>Times New Roman</vt:lpstr>
      <vt:lpstr>Office 테마</vt:lpstr>
      <vt:lpstr>Water Resourse System Engineering Term Project</vt:lpstr>
      <vt:lpstr>Preliminary Analysis</vt:lpstr>
      <vt:lpstr>Preliminary Analysis</vt:lpstr>
      <vt:lpstr>Preliminary Analysis</vt:lpstr>
      <vt:lpstr>Frequency Analysis</vt:lpstr>
      <vt:lpstr>Frequency Analysis</vt:lpstr>
      <vt:lpstr>Frequency Analysis</vt:lpstr>
      <vt:lpstr>Frequency Analysis</vt:lpstr>
      <vt:lpstr>Frequency Analysis</vt:lpstr>
      <vt:lpstr>Frequency Analysis</vt:lpstr>
      <vt:lpstr>Optimization Modeling</vt:lpstr>
      <vt:lpstr>Optimization Modeling</vt:lpstr>
      <vt:lpstr>Optimization Modeling</vt:lpstr>
      <vt:lpstr>Optimization Modeling</vt:lpstr>
      <vt:lpstr>Optimization Modeling</vt:lpstr>
      <vt:lpstr>Optimization Modeling</vt:lpstr>
      <vt:lpstr>Optimization Modeling</vt:lpstr>
      <vt:lpstr>Optimization Modeling</vt:lpstr>
      <vt:lpstr>Optimization Modeling</vt:lpstr>
      <vt:lpstr>Optimization Modeling</vt:lpstr>
      <vt:lpstr>Optimization Modeling</vt:lpstr>
      <vt:lpstr>다년가뭄 대응을 위한 보령댐의 운영 최적화 연구 사례</vt:lpstr>
      <vt:lpstr>다년가뭄 대응을 위한 보령댐의 운영 최적화 연구 사례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ccawr</dc:creator>
  <cp:lastModifiedBy>ccawr</cp:lastModifiedBy>
  <cp:revision>193</cp:revision>
  <dcterms:created xsi:type="dcterms:W3CDTF">2021-08-31T01:14:54Z</dcterms:created>
  <dcterms:modified xsi:type="dcterms:W3CDTF">2022-06-20T08:17:21Z</dcterms:modified>
</cp:coreProperties>
</file>