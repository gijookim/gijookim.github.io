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4093B-6326-4666-B2A4-82DCEA96C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1745BF-B2FA-4E3B-99E2-72926214A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B15966-EA99-4121-8EC7-D3CC0419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C5EB8-62CB-4412-82B2-80BD6534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327819-CA86-4363-A12A-862CF359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93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89A74-214E-4276-AFA2-4183E3C5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326E52-B5D9-4101-BB3F-E5D2494E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C79EEE-481E-4D62-9E80-22193FC4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D13DC-4C94-491A-B903-295CD0A6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99FD91-D0E1-40DC-B179-B0B73FDE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81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6B9AC-760F-4617-B84F-13F33CC08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1AD163-9911-4330-99B1-10C63EBB0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AEC81-9A73-4D82-B775-5159CD872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BCFB69-8218-4FA0-B539-EFA9FF11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60576-7C70-4D50-BACC-C74B356E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08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E650A-7AF6-45E8-886B-DDA69B37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346228-FAA1-4A3D-B85E-9164677E0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B3D0C4-2E50-4F5A-83AA-8E86A1090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2D509-94C9-4B94-A7C5-09841643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7515DA-2B27-4AAF-B5B5-2D0A4E62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1DC787-2578-4432-A412-B5CC69C6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88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91278-A9C0-4FE7-B99E-5533E6CF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D031F8-DB8C-4A5D-9590-69203FA6B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7A7D73-6D34-4765-A347-EFC17E18A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D151C7-5F7E-4293-8158-C36421872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41A5A9-35F8-4267-AB5E-550B30D00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1ECAB2-E969-4759-B57A-348B515F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1D54ED-94C6-4048-91FC-A69487B8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107414-983D-4BFC-93A9-147877FC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9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847F4-0BDE-4637-A552-FF600D3B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A018DE-C2B3-4E08-AF0B-8B4F8085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B95302-32A2-4E9A-A844-AE38DA34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B60C97-5C0E-436E-9BAE-1DD9D54B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10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90F7-B9EB-4CD9-812B-E3244701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409A79-DAE3-414D-BE3E-55262F1B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5AB0F-C179-4E45-B7EB-FB12DF6B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78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2BF46-A1EC-435D-89EA-F3B13361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69CF3-22AD-48A7-B2F2-BCC954875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4F950F-963E-42B9-95CA-2906B4BF8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9E0944-BF6C-4885-839B-153808EA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A31A4E-04B7-4351-9840-42AF2FE4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A3D44-C58E-471F-A7B1-EA21E4A4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86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2C596-A935-4C16-A238-9D451E6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3C2E23-888B-429A-AA46-744B59C87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F97FB6-4802-42DB-AFA6-EC5B041D0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C67A43-76D4-4877-83D5-D5296FF1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B02C6A-6F5C-4A53-B961-124D745B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9D3D62-63B9-40DC-824B-95641A89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24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2B0FC-9539-440B-AC08-510DBB61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5260A0-9EF7-47CA-8CE0-1D4663E3B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78833-CE0E-435B-8992-FD3C92DC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CE5C48-1D49-4907-9104-71B317BA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9A2E6C-A3CE-4701-85E6-3E900950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5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62CBFE-7A88-49C0-9D40-0ACDC26E6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E478E9-B784-415F-B1ED-F32446B3A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AF03C-0F7C-4EA9-BB95-AD090215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B57E64-EA8A-4E0E-A9DB-A5FDBFB5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56D334-D225-483B-AEA2-D1E1745C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08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7A444D-4199-4103-A0E1-9450DF82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DC837-415E-497D-87A1-69A7376A0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EEFA2F-D042-4A44-BA78-E8C801967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94167-FDA5-4439-8E0F-051DBEA67D8B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21BA8-1263-4CAF-8766-6BFFF4225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45C51-4221-4CE8-AF29-C7D2C7766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B97FC-E44E-45B4-85D9-22200BC2A1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06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D8C2AA8-7542-41CF-B19F-77BB6FBE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1" y="1712381"/>
            <a:ext cx="3267075" cy="3695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3EF938-4C8B-453B-B817-B47290367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154" y="2056283"/>
            <a:ext cx="2902532" cy="313002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87D51AD-C56D-43C9-99E8-CA7B95B881AE}"/>
              </a:ext>
            </a:extLst>
          </p:cNvPr>
          <p:cNvCxnSpPr>
            <a:cxnSpLocks/>
          </p:cNvCxnSpPr>
          <p:nvPr/>
        </p:nvCxnSpPr>
        <p:spPr>
          <a:xfrm flipV="1">
            <a:off x="1664898" y="1539134"/>
            <a:ext cx="0" cy="38905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6591D0E-C291-4F41-A908-19D4AE17C11F}"/>
              </a:ext>
            </a:extLst>
          </p:cNvPr>
          <p:cNvCxnSpPr>
            <a:cxnSpLocks/>
          </p:cNvCxnSpPr>
          <p:nvPr/>
        </p:nvCxnSpPr>
        <p:spPr>
          <a:xfrm flipV="1">
            <a:off x="1664898" y="5429647"/>
            <a:ext cx="392501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3F033D-8999-499B-BA99-D3BD181BFAA5}"/>
                  </a:ext>
                </a:extLst>
              </p:cNvPr>
              <p:cNvSpPr txBox="1"/>
              <p:nvPr/>
            </p:nvSpPr>
            <p:spPr>
              <a:xfrm>
                <a:off x="1149573" y="1558446"/>
                <a:ext cx="3663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3F033D-8999-499B-BA99-D3BD181BF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573" y="1558446"/>
                <a:ext cx="366318" cy="369332"/>
              </a:xfrm>
              <a:prstGeom prst="rect">
                <a:avLst/>
              </a:prstGeom>
              <a:blipFill>
                <a:blip r:embed="rId4"/>
                <a:stretch>
                  <a:fillRect l="-25000" b="-3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AB2B2F-EA93-456D-B9B8-C4260EE668A1}"/>
                  </a:ext>
                </a:extLst>
              </p:cNvPr>
              <p:cNvSpPr txBox="1"/>
              <p:nvPr/>
            </p:nvSpPr>
            <p:spPr>
              <a:xfrm>
                <a:off x="5308496" y="5603972"/>
                <a:ext cx="3734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AB2B2F-EA93-456D-B9B8-C4260EE66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496" y="5603972"/>
                <a:ext cx="373436" cy="369332"/>
              </a:xfrm>
              <a:prstGeom prst="rect">
                <a:avLst/>
              </a:prstGeom>
              <a:blipFill>
                <a:blip r:embed="rId5"/>
                <a:stretch>
                  <a:fillRect l="-24590" b="-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4559778-029D-4DF5-BC9F-AD25DDCDBA07}"/>
              </a:ext>
            </a:extLst>
          </p:cNvPr>
          <p:cNvCxnSpPr>
            <a:cxnSpLocks/>
          </p:cNvCxnSpPr>
          <p:nvPr/>
        </p:nvCxnSpPr>
        <p:spPr>
          <a:xfrm flipV="1">
            <a:off x="6876002" y="1539134"/>
            <a:ext cx="0" cy="38905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C48172D-6BF1-45DD-ABEA-E941F3D9C818}"/>
              </a:ext>
            </a:extLst>
          </p:cNvPr>
          <p:cNvCxnSpPr>
            <a:cxnSpLocks/>
          </p:cNvCxnSpPr>
          <p:nvPr/>
        </p:nvCxnSpPr>
        <p:spPr>
          <a:xfrm flipV="1">
            <a:off x="6876002" y="5429647"/>
            <a:ext cx="392501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D49A58-2208-43A8-995D-FB54403BA325}"/>
                  </a:ext>
                </a:extLst>
              </p:cNvPr>
              <p:cNvSpPr txBox="1"/>
              <p:nvPr/>
            </p:nvSpPr>
            <p:spPr>
              <a:xfrm>
                <a:off x="6360677" y="1558446"/>
                <a:ext cx="36631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D49A58-2208-43A8-995D-FB54403BA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677" y="1558446"/>
                <a:ext cx="366318" cy="369332"/>
              </a:xfrm>
              <a:prstGeom prst="rect">
                <a:avLst/>
              </a:prstGeom>
              <a:blipFill>
                <a:blip r:embed="rId6"/>
                <a:stretch>
                  <a:fillRect l="-22951" b="-3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B5CBC7-877F-414B-8241-60EAFB28976C}"/>
                  </a:ext>
                </a:extLst>
              </p:cNvPr>
              <p:cNvSpPr txBox="1"/>
              <p:nvPr/>
            </p:nvSpPr>
            <p:spPr>
              <a:xfrm>
                <a:off x="10519600" y="5603972"/>
                <a:ext cx="3734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B5CBC7-877F-414B-8241-60EAFB289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9600" y="5603972"/>
                <a:ext cx="373436" cy="369332"/>
              </a:xfrm>
              <a:prstGeom prst="rect">
                <a:avLst/>
              </a:prstGeom>
              <a:blipFill>
                <a:blip r:embed="rId7"/>
                <a:stretch>
                  <a:fillRect l="-24590" b="-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104925A-FBE0-4B0D-AC04-3CAEC349895C}"/>
              </a:ext>
            </a:extLst>
          </p:cNvPr>
          <p:cNvSpPr txBox="1"/>
          <p:nvPr/>
        </p:nvSpPr>
        <p:spPr>
          <a:xfrm>
            <a:off x="800118" y="935966"/>
            <a:ext cx="3494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dirty="0"/>
              <a:t>(a)</a:t>
            </a:r>
            <a:endParaRPr lang="ko-KR" alt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40969D-B759-4F7B-8435-22D16433E2D3}"/>
              </a:ext>
            </a:extLst>
          </p:cNvPr>
          <p:cNvSpPr txBox="1"/>
          <p:nvPr/>
        </p:nvSpPr>
        <p:spPr>
          <a:xfrm>
            <a:off x="5987177" y="938675"/>
            <a:ext cx="37350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dirty="0"/>
              <a:t>(b)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3933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Gi Joo Kim</dc:creator>
  <cp:lastModifiedBy> </cp:lastModifiedBy>
  <cp:revision>4</cp:revision>
  <dcterms:created xsi:type="dcterms:W3CDTF">2022-05-10T05:29:54Z</dcterms:created>
  <dcterms:modified xsi:type="dcterms:W3CDTF">2022-05-10T05:32:11Z</dcterms:modified>
</cp:coreProperties>
</file>