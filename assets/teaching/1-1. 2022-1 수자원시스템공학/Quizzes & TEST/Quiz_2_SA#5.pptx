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A8D9D-765D-4854-8499-E15BA833C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EA3331-E175-4DC1-AF60-3AAA3D805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AFC54-3CAD-4D0B-9280-A935A65E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2005C-5AEF-4A5D-A55C-41D25361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4857C-0209-42E9-8650-76739F7D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4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E2646-78F4-47B9-92C2-06CB9637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23B63-96AD-4549-8629-0B5FB27FD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14B13-2F07-40CF-B051-7866C027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D22038-6285-4B52-A2B0-B62524EA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1037B1-3BE7-458F-BD6B-C0F8F287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98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2FB1B-9E3E-4852-8BBC-79079371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ACC6F0-FD5F-4E71-88A4-2A111D5C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F1FA4-8355-441D-964B-45D56E46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53EF5-F594-480A-B12F-6FADCBD1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A111CE-4920-408B-A9C4-0CDBD3A4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54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FF793-7605-41DD-ACFA-0EE3B32F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03BF1-9617-4F4A-8B31-FECEB450A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7D0BC9-3DF5-41B7-97D6-CF633D8BA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A28212-7646-4BEB-B92B-B668AF8A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69DEAE-C824-406A-A66A-7C3A143D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851F6-5A6F-4971-9E80-D95D4E80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90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25577-4691-4CBE-AFEA-4BEFBA7A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658E46-211B-441E-8885-855547500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8183F3-180F-4BE2-B51B-3AFBCF277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17C479-6288-4DD5-AB3B-3270FFED4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9B0AEF-F108-405A-AF5B-7198D2A3B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C96FF6-14DD-4CC4-B7B4-812AAA06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2721B1-5D0C-485A-9EA5-2FDD880A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40FCF2-F2A9-4D22-8D71-84B6E596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83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F6FCF-12DD-458A-8F5B-BDD5DFAA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9070D3-8FEF-4B79-A6EB-746A72BF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014532-EF00-4976-8A5F-B36010BA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535F7-D085-4119-BF41-8BBD7594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2FA3C3-9C85-4E1E-9EDF-A7C1AB43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A7E7DF-D4D0-4A0D-BCD0-2A27CC20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9E07E7-973C-4A8F-A441-4462AEC5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68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80F7C-DAB9-4DC4-B0DE-3467D6BE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889D5-7434-445B-A85C-33B7F888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CAEB3B-679F-4E9E-916A-FFA3B8F2C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5EBEDA-3999-4EA4-A4D9-53DD178D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066CE6-6C93-4929-AFDB-FFBCC7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A8629-386A-44D7-BCC3-9520A064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30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C3666-7212-4E06-B107-487192D7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887A18-63A1-4DF4-9C87-5D237F215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A4478A-CF49-4179-8525-852465FBE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87C1CD-DA6C-44E1-97A0-4B7EAD69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31BD6-51AC-456B-8F41-8B5435DF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5CC33-69B7-4DE3-BCD0-81CEEA08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9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C1A05-B42F-479E-A6F9-AB388D72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265761-5C8B-4E54-BE4F-332950CBA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44B29-90E2-464F-899B-E6E7A157A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1144D-4151-45D5-9E95-BB257136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332E2B-30DB-4B09-A37E-0B81610E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70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263FDC-10B5-42AE-B271-6A30DA440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F9105F-1541-4206-B6A9-1A0318092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B9A39-5340-4CA2-BEC4-52F007F9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1FE13-252E-42E3-9D52-D9178D1E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42121-0765-42F1-9685-CB9FC905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69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ACFA26-C787-4BD2-B368-9DA43462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FA7578-60C6-4CEA-B817-96FE52267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1645A-CF8E-4B68-B01E-39FCBF03F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5590-B67B-42ED-ACA3-9DA25C76676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24B78-C2B3-4E96-AA72-91B86ED79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81F06-5F2E-4A06-940D-24815A585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C8E75-CEC2-42A6-82F8-527CE4AF5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99E5EBF-859F-4DF6-B04A-608F027FDBDE}"/>
              </a:ext>
            </a:extLst>
          </p:cNvPr>
          <p:cNvSpPr/>
          <p:nvPr/>
        </p:nvSpPr>
        <p:spPr>
          <a:xfrm>
            <a:off x="1662212" y="1608483"/>
            <a:ext cx="8649040" cy="36410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FB2E6-B275-41E8-8BC8-63A35D6F6536}"/>
              </a:ext>
            </a:extLst>
          </p:cNvPr>
          <p:cNvSpPr txBox="1"/>
          <p:nvPr/>
        </p:nvSpPr>
        <p:spPr>
          <a:xfrm>
            <a:off x="9290479" y="2613512"/>
            <a:ext cx="110573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m </a:t>
            </a:r>
          </a:p>
          <a:p>
            <a:pPr algn="ctr"/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:possible discrete </a:t>
            </a:r>
            <a:r>
              <a:rPr lang="en-US" altLang="ko-KR" u="sng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(c) </a:t>
            </a:r>
            <a:endParaRPr lang="ko-KR" altLang="en-US" u="sng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E23AFF3-336F-451E-88D0-0EE5167A2112}"/>
              </a:ext>
            </a:extLst>
          </p:cNvPr>
          <p:cNvGrpSpPr/>
          <p:nvPr/>
        </p:nvGrpSpPr>
        <p:grpSpPr>
          <a:xfrm>
            <a:off x="8025171" y="2500022"/>
            <a:ext cx="1240213" cy="1372710"/>
            <a:chOff x="6629400" y="3465513"/>
            <a:chExt cx="1323975" cy="147224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9D7E297-8AAC-449D-8F44-EBC19AC77EE9}"/>
                </a:ext>
              </a:extLst>
            </p:cNvPr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 Light" panose="020D0904000000000000" pitchFamily="50" charset="-127"/>
                <a:ea typeface="나눔고딕 Light" panose="020D0904000000000000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0DC8827-AD91-4158-9290-BBB97BDC609A}"/>
                </a:ext>
              </a:extLst>
            </p:cNvPr>
            <p:cNvCxnSpPr>
              <a:stCxn id="7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F1394A4-2144-44A1-B47F-059A12C89323}"/>
                </a:ext>
              </a:extLst>
            </p:cNvPr>
            <p:cNvCxnSpPr>
              <a:stCxn id="7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32208A4-0080-48FB-A529-EF0D9F668333}"/>
                </a:ext>
              </a:extLst>
            </p:cNvPr>
            <p:cNvCxnSpPr>
              <a:stCxn id="7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0E67DD4-427B-4790-B1C1-BF1A54905F32}"/>
              </a:ext>
            </a:extLst>
          </p:cNvPr>
          <p:cNvGrpSpPr/>
          <p:nvPr/>
        </p:nvGrpSpPr>
        <p:grpSpPr>
          <a:xfrm>
            <a:off x="2750385" y="2480946"/>
            <a:ext cx="1240213" cy="1372710"/>
            <a:chOff x="6629400" y="3465513"/>
            <a:chExt cx="1323975" cy="1472247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18074B28-D1FA-48FC-A967-17450DAD73EB}"/>
                </a:ext>
              </a:extLst>
            </p:cNvPr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 Light" panose="020D0904000000000000" pitchFamily="50" charset="-127"/>
                <a:ea typeface="나눔고딕 Light" panose="020D0904000000000000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F865721-8FC8-4A6D-9339-2C1DF9B1CFBC}"/>
                </a:ext>
              </a:extLst>
            </p:cNvPr>
            <p:cNvCxnSpPr>
              <a:stCxn id="12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1C15D50-7E85-47B5-BF0D-557EF315F789}"/>
                </a:ext>
              </a:extLst>
            </p:cNvPr>
            <p:cNvCxnSpPr>
              <a:stCxn id="12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0875C0E-C2D3-4103-8AA9-ADA059951502}"/>
                </a:ext>
              </a:extLst>
            </p:cNvPr>
            <p:cNvCxnSpPr>
              <a:stCxn id="12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891DA27-CFF6-421A-8187-529BA62EF12E}"/>
              </a:ext>
            </a:extLst>
          </p:cNvPr>
          <p:cNvGrpSpPr/>
          <p:nvPr/>
        </p:nvGrpSpPr>
        <p:grpSpPr>
          <a:xfrm>
            <a:off x="4570296" y="2480946"/>
            <a:ext cx="1240213" cy="1372710"/>
            <a:chOff x="6629400" y="3465513"/>
            <a:chExt cx="1323975" cy="1472247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780F217-EE1E-4F0C-919B-BC101F087AB2}"/>
                </a:ext>
              </a:extLst>
            </p:cNvPr>
            <p:cNvSpPr/>
            <p:nvPr/>
          </p:nvSpPr>
          <p:spPr>
            <a:xfrm>
              <a:off x="6629400" y="3952875"/>
              <a:ext cx="581025" cy="6000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 Light" panose="020D0904000000000000" pitchFamily="50" charset="-127"/>
                <a:ea typeface="나눔고딕 Light" panose="020D0904000000000000" pitchFamily="50" charset="-127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F50D955-4844-4B90-86E9-82946334477B}"/>
                </a:ext>
              </a:extLst>
            </p:cNvPr>
            <p:cNvCxnSpPr>
              <a:stCxn id="17" idx="7"/>
            </p:cNvCxnSpPr>
            <p:nvPr/>
          </p:nvCxnSpPr>
          <p:spPr>
            <a:xfrm flipV="1">
              <a:off x="7125336" y="3465513"/>
              <a:ext cx="828039" cy="575241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F7933D2-6663-4403-A1EC-DE5ECC48A505}"/>
                </a:ext>
              </a:extLst>
            </p:cNvPr>
            <p:cNvCxnSpPr>
              <a:stCxn id="17" idx="6"/>
            </p:cNvCxnSpPr>
            <p:nvPr/>
          </p:nvCxnSpPr>
          <p:spPr>
            <a:xfrm flipV="1">
              <a:off x="7210425" y="4247555"/>
              <a:ext cx="742950" cy="5358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0AF878B-D782-472A-BCD8-E901F87CA1D1}"/>
                </a:ext>
              </a:extLst>
            </p:cNvPr>
            <p:cNvCxnSpPr>
              <a:stCxn id="17" idx="5"/>
            </p:cNvCxnSpPr>
            <p:nvPr/>
          </p:nvCxnSpPr>
          <p:spPr>
            <a:xfrm>
              <a:off x="7125336" y="4465071"/>
              <a:ext cx="828039" cy="472689"/>
            </a:xfrm>
            <a:prstGeom prst="line">
              <a:avLst/>
            </a:prstGeom>
            <a:ln w="28575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B056FC6-650A-463E-BF62-A227BA10F982}"/>
              </a:ext>
            </a:extLst>
          </p:cNvPr>
          <p:cNvSpPr txBox="1"/>
          <p:nvPr/>
        </p:nvSpPr>
        <p:spPr>
          <a:xfrm>
            <a:off x="6985734" y="2787641"/>
            <a:ext cx="555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033CC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…</a:t>
            </a:r>
            <a:endParaRPr lang="ko-KR" altLang="en-US" sz="3200" b="1" dirty="0">
              <a:solidFill>
                <a:srgbClr val="0033CC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2" name="왼쪽 중괄호 21">
            <a:extLst>
              <a:ext uri="{FF2B5EF4-FFF2-40B4-BE49-F238E27FC236}">
                <a16:creationId xmlns:a16="http://schemas.microsoft.com/office/drawing/2014/main" id="{7643DD5A-008D-4555-AA93-D06DA8AA712D}"/>
              </a:ext>
            </a:extLst>
          </p:cNvPr>
          <p:cNvSpPr/>
          <p:nvPr/>
        </p:nvSpPr>
        <p:spPr>
          <a:xfrm rot="5400000">
            <a:off x="5688011" y="-1105043"/>
            <a:ext cx="549622" cy="642487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760AE5B0-4B01-4390-95D7-7D1BC5395ED4}"/>
              </a:ext>
            </a:extLst>
          </p:cNvPr>
          <p:cNvSpPr/>
          <p:nvPr/>
        </p:nvSpPr>
        <p:spPr>
          <a:xfrm rot="5400000" flipV="1">
            <a:off x="8229891" y="1388035"/>
            <a:ext cx="533476" cy="1835840"/>
          </a:xfrm>
          <a:prstGeom prst="leftBrace">
            <a:avLst>
              <a:gd name="adj1" fmla="val 9743"/>
              <a:gd name="adj2" fmla="val 49152"/>
            </a:avLst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6E5EFF-121B-41F1-A5AB-925D977F48D3}"/>
              </a:ext>
            </a:extLst>
          </p:cNvPr>
          <p:cNvSpPr/>
          <p:nvPr/>
        </p:nvSpPr>
        <p:spPr>
          <a:xfrm>
            <a:off x="2463320" y="1655338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33CC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original optimization problem</a:t>
            </a:r>
            <a:endParaRPr lang="ko-KR" altLang="en-US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044D79-C06D-4D78-9262-E0CCB6F39848}"/>
              </a:ext>
            </a:extLst>
          </p:cNvPr>
          <p:cNvSpPr/>
          <p:nvPr/>
        </p:nvSpPr>
        <p:spPr>
          <a:xfrm>
            <a:off x="6297867" y="1649117"/>
            <a:ext cx="35454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3300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smaller optimization problems</a:t>
            </a:r>
            <a:endParaRPr lang="ko-KR" altLang="en-US" dirty="0">
              <a:solidFill>
                <a:srgbClr val="FF3300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34073D9-E2A3-4944-B308-5D68E25C5496}"/>
              </a:ext>
            </a:extLst>
          </p:cNvPr>
          <p:cNvSpPr/>
          <p:nvPr/>
        </p:nvSpPr>
        <p:spPr>
          <a:xfrm>
            <a:off x="1882276" y="4116289"/>
            <a:ext cx="7226910" cy="212614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(a)           :   1,                           2,                               ,…,                    n</a:t>
            </a:r>
            <a:endParaRPr lang="ko-KR" altLang="en-US" sz="1600" dirty="0">
              <a:solidFill>
                <a:schemeClr val="tx1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E7E7A2C-7099-4D34-A4D2-1527085A11E0}"/>
              </a:ext>
            </a:extLst>
          </p:cNvPr>
          <p:cNvSpPr/>
          <p:nvPr/>
        </p:nvSpPr>
        <p:spPr>
          <a:xfrm>
            <a:off x="1882276" y="4476415"/>
            <a:ext cx="7226909" cy="212614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(b)           :  x</a:t>
            </a:r>
            <a:r>
              <a:rPr lang="en-US" altLang="ko-KR" sz="1600" baseline="-250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1</a:t>
            </a:r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,                         x</a:t>
            </a:r>
            <a:r>
              <a:rPr lang="en-US" altLang="ko-KR" sz="1600" baseline="-250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2</a:t>
            </a:r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,                               ,…,                    </a:t>
            </a:r>
            <a:r>
              <a:rPr lang="en-US" altLang="ko-KR" sz="1600" dirty="0" err="1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x</a:t>
            </a:r>
            <a:r>
              <a:rPr lang="en-US" altLang="ko-KR" sz="1600" baseline="-25000" dirty="0" err="1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n</a:t>
            </a:r>
            <a:endParaRPr lang="ko-KR" altLang="en-US" sz="1600" baseline="-25000" dirty="0">
              <a:solidFill>
                <a:schemeClr val="tx1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2B4B02-2B55-47F8-8266-05DF4A2D306C}"/>
              </a:ext>
            </a:extLst>
          </p:cNvPr>
          <p:cNvSpPr/>
          <p:nvPr/>
        </p:nvSpPr>
        <p:spPr>
          <a:xfrm>
            <a:off x="1882276" y="4828069"/>
            <a:ext cx="7226909" cy="212614"/>
          </a:xfrm>
          <a:prstGeom prst="rect">
            <a:avLst/>
          </a:prstGeom>
          <a:solidFill>
            <a:srgbClr val="FFFF99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(c)            :  S</a:t>
            </a:r>
            <a:r>
              <a:rPr lang="en-US" altLang="ko-KR" sz="1600" baseline="-250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1</a:t>
            </a:r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,                           S</a:t>
            </a:r>
            <a:r>
              <a:rPr lang="en-US" altLang="ko-KR" sz="1600" baseline="-250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2</a:t>
            </a:r>
            <a:r>
              <a:rPr lang="en-US" altLang="ko-KR" sz="16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,                               ,…,                    S</a:t>
            </a:r>
            <a:r>
              <a:rPr lang="en-US" altLang="ko-KR" sz="1600" baseline="-25000" dirty="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</a:rPr>
              <a:t>n</a:t>
            </a:r>
            <a:endParaRPr lang="ko-KR" altLang="en-US" sz="1600" baseline="-25000" dirty="0">
              <a:solidFill>
                <a:schemeClr val="tx1"/>
              </a:solidFill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05415B-BCCC-4999-BF27-2A7E2676E17B}"/>
              </a:ext>
            </a:extLst>
          </p:cNvPr>
          <p:cNvSpPr/>
          <p:nvPr/>
        </p:nvSpPr>
        <p:spPr>
          <a:xfrm>
            <a:off x="3217405" y="2430418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F</a:t>
            </a:r>
            <a:r>
              <a:rPr lang="en-US" altLang="ko-KR" baseline="-250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1</a:t>
            </a:r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(x</a:t>
            </a:r>
            <a:r>
              <a:rPr lang="en-US" altLang="ko-KR" baseline="-250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1</a:t>
            </a:r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)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32DAB30-D1EF-4903-B933-4F59A7A99D4E}"/>
              </a:ext>
            </a:extLst>
          </p:cNvPr>
          <p:cNvSpPr/>
          <p:nvPr/>
        </p:nvSpPr>
        <p:spPr>
          <a:xfrm>
            <a:off x="5227404" y="2906657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F</a:t>
            </a:r>
            <a:r>
              <a:rPr lang="en-US" altLang="ko-KR" baseline="-250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2</a:t>
            </a:r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(x</a:t>
            </a:r>
            <a:r>
              <a:rPr lang="en-US" altLang="ko-KR" baseline="-250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2</a:t>
            </a:r>
            <a:r>
              <a:rPr lang="en-US" altLang="ko-KR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250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 Light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김기주</dc:creator>
  <cp:lastModifiedBy>김기주</cp:lastModifiedBy>
  <cp:revision>2</cp:revision>
  <dcterms:created xsi:type="dcterms:W3CDTF">2022-04-26T07:19:30Z</dcterms:created>
  <dcterms:modified xsi:type="dcterms:W3CDTF">2022-04-26T07:20:09Z</dcterms:modified>
</cp:coreProperties>
</file>